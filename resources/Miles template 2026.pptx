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0" r:id="rId4"/>
    <p:sldMasterId id="2147483696" r:id="rId5"/>
    <p:sldMasterId id="2147483703" r:id="rId6"/>
    <p:sldMasterId id="2147483748" r:id="rId7"/>
    <p:sldMasterId id="2147483762" r:id="rId8"/>
    <p:sldMasterId id="2147483742" r:id="rId9"/>
  </p:sldMasterIdLst>
  <p:sldIdLst>
    <p:sldId id="256" r:id="rId10"/>
    <p:sldId id="257" r:id="rId11"/>
    <p:sldId id="259" r:id="rId12"/>
    <p:sldId id="258" r:id="rId13"/>
  </p:sldIdLst>
  <p:sldSz cx="12192000" cy="6858000"/>
  <p:notesSz cx="6858000" cy="9144000"/>
  <p:embeddedFontLst>
    <p:embeddedFont>
      <p:font typeface="Vani" panose="02040502050405020303" pitchFamily="18" charset="0"/>
      <p:regular r:id="rId14"/>
      <p:bold r:id="rId15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510C7-CD2C-BF33-F19F-FC6F7916D1A5}" v="12" dt="2026-02-05T18:41:32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3"/>
    <p:restoredTop sz="94658"/>
  </p:normalViewPr>
  <p:slideViewPr>
    <p:cSldViewPr snapToGrid="0">
      <p:cViewPr varScale="1">
        <p:scale>
          <a:sx n="116" d="100"/>
          <a:sy n="116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che Tollevsen" userId="S::wenche.tollevsen@miles.no::5f84eedd-6a22-4a3b-8b35-aba34c6dab26" providerId="AD" clId="Web-{2AD510C7-CD2C-BF33-F19F-FC6F7916D1A5}"/>
    <pc:docChg chg="modSld">
      <pc:chgData name="Wenche Tollevsen" userId="S::wenche.tollevsen@miles.no::5f84eedd-6a22-4a3b-8b35-aba34c6dab26" providerId="AD" clId="Web-{2AD510C7-CD2C-BF33-F19F-FC6F7916D1A5}" dt="2026-02-05T18:41:32.623" v="10"/>
      <pc:docMkLst>
        <pc:docMk/>
      </pc:docMkLst>
      <pc:sldChg chg="modSp mod modClrScheme chgLayout">
        <pc:chgData name="Wenche Tollevsen" userId="S::wenche.tollevsen@miles.no::5f84eedd-6a22-4a3b-8b35-aba34c6dab26" providerId="AD" clId="Web-{2AD510C7-CD2C-BF33-F19F-FC6F7916D1A5}" dt="2026-02-05T18:41:32.623" v="10"/>
        <pc:sldMkLst>
          <pc:docMk/>
          <pc:sldMk cId="908033480" sldId="256"/>
        </pc:sldMkLst>
        <pc:spChg chg="mod ord">
          <ac:chgData name="Wenche Tollevsen" userId="S::wenche.tollevsen@miles.no::5f84eedd-6a22-4a3b-8b35-aba34c6dab26" providerId="AD" clId="Web-{2AD510C7-CD2C-BF33-F19F-FC6F7916D1A5}" dt="2026-02-05T18:41:32.623" v="10"/>
          <ac:spMkLst>
            <pc:docMk/>
            <pc:sldMk cId="908033480" sldId="256"/>
            <ac:spMk id="33" creationId="{1E7C0138-7D5D-74A9-0CFD-7DC641077350}"/>
          </ac:spMkLst>
        </pc:spChg>
        <pc:spChg chg="mod ord">
          <ac:chgData name="Wenche Tollevsen" userId="S::wenche.tollevsen@miles.no::5f84eedd-6a22-4a3b-8b35-aba34c6dab26" providerId="AD" clId="Web-{2AD510C7-CD2C-BF33-F19F-FC6F7916D1A5}" dt="2026-02-05T18:41:32.623" v="10"/>
          <ac:spMkLst>
            <pc:docMk/>
            <pc:sldMk cId="908033480" sldId="256"/>
            <ac:spMk id="34" creationId="{A7343869-A2A8-0084-3528-AD5E14D5B71B}"/>
          </ac:spMkLst>
        </pc:spChg>
      </pc:sldChg>
    </pc:docChg>
  </pc:docChgLst>
  <pc:docChgLst>
    <pc:chgData name="Gerhard Holen Melseth" userId="S::gerhard.melseth@miles.no::50b27c97-671f-40d5-87b7-8eb1cc1acbe1" providerId="AD" clId="Web-{67EDB227-3F2B-EFA7-F1E9-FD44BEF77CAC}"/>
    <pc:docChg chg="addSld modSld">
      <pc:chgData name="Gerhard Holen Melseth" userId="S::gerhard.melseth@miles.no::50b27c97-671f-40d5-87b7-8eb1cc1acbe1" providerId="AD" clId="Web-{67EDB227-3F2B-EFA7-F1E9-FD44BEF77CAC}" dt="2026-01-27T11:37:23.607" v="6"/>
      <pc:docMkLst>
        <pc:docMk/>
      </pc:docMkLst>
      <pc:sldChg chg="delSp modSp new mod modClrScheme chgLayout">
        <pc:chgData name="Gerhard Holen Melseth" userId="S::gerhard.melseth@miles.no::50b27c97-671f-40d5-87b7-8eb1cc1acbe1" providerId="AD" clId="Web-{67EDB227-3F2B-EFA7-F1E9-FD44BEF77CAC}" dt="2026-01-27T09:45:15.971" v="1"/>
        <pc:sldMkLst>
          <pc:docMk/>
          <pc:sldMk cId="439179791" sldId="257"/>
        </pc:sldMkLst>
        <pc:spChg chg="mod ord">
          <ac:chgData name="Gerhard Holen Melseth" userId="S::gerhard.melseth@miles.no::50b27c97-671f-40d5-87b7-8eb1cc1acbe1" providerId="AD" clId="Web-{67EDB227-3F2B-EFA7-F1E9-FD44BEF77CAC}" dt="2026-01-27T09:45:15.971" v="1"/>
          <ac:spMkLst>
            <pc:docMk/>
            <pc:sldMk cId="439179791" sldId="257"/>
            <ac:spMk id="2" creationId="{1D75A4A1-0B47-862E-EFD6-7F578C7A2188}"/>
          </ac:spMkLst>
        </pc:spChg>
      </pc:sldChg>
      <pc:sldChg chg="addSp delSp modSp new mod modClrScheme chgLayout">
        <pc:chgData name="Gerhard Holen Melseth" userId="S::gerhard.melseth@miles.no::50b27c97-671f-40d5-87b7-8eb1cc1acbe1" providerId="AD" clId="Web-{67EDB227-3F2B-EFA7-F1E9-FD44BEF77CAC}" dt="2026-01-27T09:46:25.206" v="5"/>
        <pc:sldMkLst>
          <pc:docMk/>
          <pc:sldMk cId="1638081757" sldId="258"/>
        </pc:sldMkLst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3" creationId="{28806085-A119-5C71-F143-BF992EA78F50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4" creationId="{8BAB259D-6A89-EB44-7707-3E5F590D826A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5" creationId="{67806E57-6397-F96D-E8E7-585A6778CB30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6" creationId="{D5D3F4FF-DBB5-03E3-F5B7-3A095EC94694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7" creationId="{A7A4B777-756E-15EE-B9AD-1AC9D07E5E60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8" creationId="{275062C0-E17D-CE8B-A2EC-1C8A0F1B9E46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9" creationId="{48386200-3D26-5FE0-E496-4610DFDC1559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10" creationId="{87C5FA25-FF23-2204-4088-51A32BB14B14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11" creationId="{B67CAD44-EACA-D8BE-8D5C-BB9FEC70958A}"/>
          </ac:spMkLst>
        </pc:spChg>
        <pc:spChg chg="add mod">
          <ac:chgData name="Gerhard Holen Melseth" userId="S::gerhard.melseth@miles.no::50b27c97-671f-40d5-87b7-8eb1cc1acbe1" providerId="AD" clId="Web-{67EDB227-3F2B-EFA7-F1E9-FD44BEF77CAC}" dt="2026-01-27T09:46:25.206" v="5"/>
          <ac:spMkLst>
            <pc:docMk/>
            <pc:sldMk cId="1638081757" sldId="258"/>
            <ac:spMk id="12" creationId="{61A12C1E-331D-6EB8-F774-A7D2664672F6}"/>
          </ac:spMkLst>
        </pc:spChg>
      </pc:sldChg>
      <pc:sldChg chg="new">
        <pc:chgData name="Gerhard Holen Melseth" userId="S::gerhard.melseth@miles.no::50b27c97-671f-40d5-87b7-8eb1cc1acbe1" providerId="AD" clId="Web-{67EDB227-3F2B-EFA7-F1E9-FD44BEF77CAC}" dt="2026-01-27T11:37:23.607" v="6"/>
        <pc:sldMkLst>
          <pc:docMk/>
          <pc:sldMk cId="878673631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5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5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(Ligh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61A86D2C-4B0A-3866-4617-8F6DC9B24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4169" y="456015"/>
            <a:ext cx="4046413" cy="1503363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0" algn="r">
              <a:lnSpc>
                <a:spcPct val="100000"/>
              </a:lnSpc>
              <a:spcBef>
                <a:spcPts val="0"/>
              </a:spcBef>
              <a:buNone/>
              <a:defRPr sz="2500" b="0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Location</a:t>
            </a:r>
          </a:p>
          <a:p>
            <a:pPr lvl="0"/>
            <a:r>
              <a:rPr lang="nb-NO" dirty="0"/>
              <a:t>Date</a:t>
            </a:r>
          </a:p>
        </p:txBody>
      </p:sp>
      <p:sp>
        <p:nvSpPr>
          <p:cNvPr id="7" name="Google Shape;46;p67">
            <a:extLst>
              <a:ext uri="{FF2B5EF4-FFF2-40B4-BE49-F238E27FC236}">
                <a16:creationId xmlns:a16="http://schemas.microsoft.com/office/drawing/2014/main" id="{337E57D1-D620-C0CD-38B0-EFD6DF09B98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468001"/>
            <a:ext cx="6364665" cy="149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25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presentation</a:t>
            </a:r>
            <a:br>
              <a:rPr lang="nb-NO" dirty="0"/>
            </a:br>
            <a:r>
              <a:rPr lang="nb-NO" dirty="0" err="1"/>
              <a:t>Customer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/</a:t>
            </a:r>
            <a:r>
              <a:rPr lang="nb-NO" dirty="0" err="1"/>
              <a:t>subtitle</a:t>
            </a:r>
            <a:endParaRPr lang="nb-NO" dirty="0"/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83C5D07F-C8AB-7690-40D3-3F35514979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1419" y="4030885"/>
            <a:ext cx="7834735" cy="24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(Red)">
    <p:bg>
      <p:bgPr>
        <a:solidFill>
          <a:schemeClr val="accent6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61A86D2C-4B0A-3866-4617-8F6DC9B24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4169" y="456015"/>
            <a:ext cx="4046413" cy="1503363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0" algn="r">
              <a:lnSpc>
                <a:spcPct val="100000"/>
              </a:lnSpc>
              <a:spcBef>
                <a:spcPts val="0"/>
              </a:spcBef>
              <a:buNone/>
              <a:defRPr sz="25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Location</a:t>
            </a:r>
          </a:p>
          <a:p>
            <a:pPr lvl="0"/>
            <a:r>
              <a:rPr lang="nb-NO" dirty="0"/>
              <a:t>Date</a:t>
            </a:r>
          </a:p>
        </p:txBody>
      </p:sp>
      <p:sp>
        <p:nvSpPr>
          <p:cNvPr id="7" name="Google Shape;46;p67">
            <a:extLst>
              <a:ext uri="{FF2B5EF4-FFF2-40B4-BE49-F238E27FC236}">
                <a16:creationId xmlns:a16="http://schemas.microsoft.com/office/drawing/2014/main" id="{337E57D1-D620-C0CD-38B0-EFD6DF09B98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468001"/>
            <a:ext cx="6364665" cy="149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25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presentation</a:t>
            </a:r>
            <a:br>
              <a:rPr lang="nb-NO" dirty="0"/>
            </a:br>
            <a:r>
              <a:rPr lang="nb-NO" dirty="0" err="1"/>
              <a:t>Customer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/</a:t>
            </a:r>
            <a:r>
              <a:rPr lang="nb-NO" dirty="0" err="1"/>
              <a:t>subtitle</a:t>
            </a:r>
            <a:endParaRPr lang="nb-NO" dirty="0"/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83C5D07F-C8AB-7690-40D3-3F35514979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1419" y="4030885"/>
            <a:ext cx="7834735" cy="24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7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(Dark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61A86D2C-4B0A-3866-4617-8F6DC9B24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4169" y="456015"/>
            <a:ext cx="4046413" cy="1503363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0" algn="r">
              <a:lnSpc>
                <a:spcPct val="100000"/>
              </a:lnSpc>
              <a:spcBef>
                <a:spcPts val="0"/>
              </a:spcBef>
              <a:buNone/>
              <a:defRPr sz="25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Location</a:t>
            </a:r>
          </a:p>
          <a:p>
            <a:pPr lvl="0"/>
            <a:r>
              <a:rPr lang="nb-NO" dirty="0"/>
              <a:t>Date</a:t>
            </a:r>
          </a:p>
        </p:txBody>
      </p:sp>
      <p:sp>
        <p:nvSpPr>
          <p:cNvPr id="7" name="Google Shape;46;p67">
            <a:extLst>
              <a:ext uri="{FF2B5EF4-FFF2-40B4-BE49-F238E27FC236}">
                <a16:creationId xmlns:a16="http://schemas.microsoft.com/office/drawing/2014/main" id="{337E57D1-D620-C0CD-38B0-EFD6DF09B98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468001"/>
            <a:ext cx="6364665" cy="149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25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presentation</a:t>
            </a:r>
            <a:br>
              <a:rPr lang="nb-NO" dirty="0"/>
            </a:br>
            <a:r>
              <a:rPr lang="nb-NO" dirty="0" err="1"/>
              <a:t>Customer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/</a:t>
            </a:r>
            <a:r>
              <a:rPr lang="nb-NO" dirty="0" err="1"/>
              <a:t>subtitle</a:t>
            </a:r>
            <a:endParaRPr lang="nb-NO" dirty="0"/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83C5D07F-C8AB-7690-40D3-3F35514979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1419" y="4030885"/>
            <a:ext cx="7834735" cy="24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1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llustratio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D7CB43-BCAC-913E-6332-33155B5FCB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6988" y="387350"/>
            <a:ext cx="5815011" cy="6272213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FontTx/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en-NO" dirty="0"/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968DC46A-7E19-16FA-7547-F416D67D7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5470" y="387744"/>
            <a:ext cx="1738038" cy="538231"/>
          </a:xfrm>
          <a:prstGeom prst="rect">
            <a:avLst/>
          </a:prstGeom>
        </p:spPr>
      </p:pic>
      <p:sp>
        <p:nvSpPr>
          <p:cNvPr id="12" name="Plassholder for tekst 4">
            <a:extLst>
              <a:ext uri="{FF2B5EF4-FFF2-40B4-BE49-F238E27FC236}">
                <a16:creationId xmlns:a16="http://schemas.microsoft.com/office/drawing/2014/main" id="{9BC03CB9-0C0A-DF35-37FF-413AF1A989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470" y="2924799"/>
            <a:ext cx="5780530" cy="2520412"/>
          </a:xfrm>
          <a:prstGeom prst="rect">
            <a:avLst/>
          </a:prstGeom>
        </p:spPr>
        <p:txBody>
          <a:bodyPr lIns="0" tIns="0" bIns="46800" anchor="t">
            <a:normAutofit/>
          </a:bodyPr>
          <a:lstStyle>
            <a:lvl1pPr marL="0" indent="0">
              <a:buNone/>
              <a:defRPr sz="6000" b="0" i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  <a:lvl5pPr marL="2005965" indent="0">
              <a:buNone/>
              <a:defRPr/>
            </a:lvl5pPr>
          </a:lstStyle>
          <a:p>
            <a:r>
              <a:rPr lang="en-NO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11332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57F9-8830-9308-64D4-7BB68819F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616E6-DBBD-8C22-6529-6488B3B41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515976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1A19EAED-6531-B11F-873F-F8FEBC913A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9EE4FB3B-582F-2DCD-F7A9-7A8B12F23F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470" y="337479"/>
            <a:ext cx="6893869" cy="665163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137160" indent="0">
              <a:buNone/>
              <a:defRPr sz="2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NO" dirty="0"/>
          </a:p>
        </p:txBody>
      </p:sp>
      <p:sp>
        <p:nvSpPr>
          <p:cNvPr id="4" name="Plassholder for tekst 4">
            <a:extLst>
              <a:ext uri="{FF2B5EF4-FFF2-40B4-BE49-F238E27FC236}">
                <a16:creationId xmlns:a16="http://schemas.microsoft.com/office/drawing/2014/main" id="{026C1043-7D3D-E2B7-15BA-2187BC611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470" y="2433016"/>
            <a:ext cx="7477525" cy="3301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7000" b="0" i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  <a:lvl5pPr marL="2005965" indent="0">
              <a:buNone/>
              <a:defRPr/>
            </a:lvl5pPr>
          </a:lstStyle>
          <a:p>
            <a:r>
              <a:rPr lang="en-NO" dirty="0"/>
              <a:t>Short text</a:t>
            </a:r>
          </a:p>
        </p:txBody>
      </p:sp>
    </p:spTree>
    <p:extLst>
      <p:ext uri="{BB962C8B-B14F-4D97-AF65-F5344CB8AC3E}">
        <p14:creationId xmlns:p14="http://schemas.microsoft.com/office/powerpoint/2010/main" val="261335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 (Phot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217D3CE-0046-E5CC-CD4F-FD43B0EC10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471" y="337479"/>
            <a:ext cx="5780530" cy="665163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137160" indent="0">
              <a:buNone/>
              <a:defRPr sz="2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NO" dirty="0"/>
          </a:p>
        </p:txBody>
      </p:sp>
      <p:sp>
        <p:nvSpPr>
          <p:cNvPr id="4" name="Plassholder for tekst 4">
            <a:extLst>
              <a:ext uri="{FF2B5EF4-FFF2-40B4-BE49-F238E27FC236}">
                <a16:creationId xmlns:a16="http://schemas.microsoft.com/office/drawing/2014/main" id="{DDB19C91-7F48-2CF7-8D6B-DBB4F7E47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471" y="2854186"/>
            <a:ext cx="5780530" cy="288082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5400" b="0" i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  <a:lvl5pPr marL="2005965" indent="0">
              <a:buNone/>
              <a:defRPr/>
            </a:lvl5pPr>
          </a:lstStyle>
          <a:p>
            <a:r>
              <a:rPr lang="en-NO" dirty="0"/>
              <a:t>Short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8334E4-6931-A1AD-347E-D41FC1F68B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28919" y="92075"/>
            <a:ext cx="5259322" cy="667385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3924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06D76744-7CA6-00CE-181E-A878FADA9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187ED7F-1A40-FE93-A852-461AB577E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470" y="337479"/>
            <a:ext cx="6893869" cy="665163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137160" indent="0">
              <a:buNone/>
              <a:defRPr sz="2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EF56D-8D9E-77EE-7DEF-712C3295EE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470" y="2208213"/>
            <a:ext cx="10731471" cy="2989863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0">
              <a:buNone/>
              <a:defRPr sz="4000" b="0" i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  <a:lvl2pPr>
              <a:defRPr>
                <a:latin typeface="Vani" panose="02040502050405020303" pitchFamily="18" charset="0"/>
                <a:cs typeface="Vani" panose="02040502050405020303" pitchFamily="18" charset="0"/>
              </a:defRPr>
            </a:lvl2pPr>
            <a:lvl3pPr>
              <a:defRPr>
                <a:latin typeface="Vani" panose="02040502050405020303" pitchFamily="18" charset="0"/>
                <a:cs typeface="Vani" panose="02040502050405020303" pitchFamily="18" charset="0"/>
              </a:defRPr>
            </a:lvl3pPr>
            <a:lvl4pPr>
              <a:defRPr>
                <a:latin typeface="Vani" panose="02040502050405020303" pitchFamily="18" charset="0"/>
                <a:cs typeface="Vani" panose="02040502050405020303" pitchFamily="18" charset="0"/>
              </a:defRPr>
            </a:lvl4pPr>
            <a:lvl5pPr>
              <a:defRPr>
                <a:latin typeface="Vani" panose="02040502050405020303" pitchFamily="18" charset="0"/>
                <a:cs typeface="Vani" panose="02040502050405020303" pitchFamily="18" charset="0"/>
              </a:defRPr>
            </a:lvl5pPr>
          </a:lstStyle>
          <a:p>
            <a:pPr lvl="0"/>
            <a:r>
              <a:rPr lang="en-NO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9603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55A8FB10-8D16-1BDF-CE67-BD74D4EB8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Google Shape;41;p29">
            <a:extLst>
              <a:ext uri="{FF2B5EF4-FFF2-40B4-BE49-F238E27FC236}">
                <a16:creationId xmlns:a16="http://schemas.microsoft.com/office/drawing/2014/main" id="{C54F9221-6D67-949C-2EA9-86BB59D274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5853" y="2152731"/>
            <a:ext cx="10640294" cy="25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E8DC"/>
              </a:buClr>
              <a:buSzPts val="2800"/>
              <a:buFont typeface="Manrope SemiBold"/>
              <a:buNone/>
              <a:defRPr sz="65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br>
              <a:rPr lang="nb-NO" dirty="0"/>
            </a:b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title</a:t>
            </a:r>
            <a:endParaRPr dirty="0"/>
          </a:p>
        </p:txBody>
      </p:sp>
      <p:sp>
        <p:nvSpPr>
          <p:cNvPr id="8" name="Google Shape;42;p29">
            <a:extLst>
              <a:ext uri="{FF2B5EF4-FFF2-40B4-BE49-F238E27FC236}">
                <a16:creationId xmlns:a16="http://schemas.microsoft.com/office/drawing/2014/main" id="{5C22E02B-BFF4-1C79-9AD6-4A53CAE389F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999079" y="4941065"/>
            <a:ext cx="6193842" cy="48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5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6105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 (Red Background)">
    <p:bg>
      <p:bgPr>
        <a:solidFill>
          <a:schemeClr val="accent6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55A8FB10-8D16-1BDF-CE67-BD74D4EB8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Google Shape;41;p29">
            <a:extLst>
              <a:ext uri="{FF2B5EF4-FFF2-40B4-BE49-F238E27FC236}">
                <a16:creationId xmlns:a16="http://schemas.microsoft.com/office/drawing/2014/main" id="{C54F9221-6D67-949C-2EA9-86BB59D274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5853" y="2152731"/>
            <a:ext cx="10640294" cy="25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E8DC"/>
              </a:buClr>
              <a:buSzPts val="2800"/>
              <a:buFont typeface="Manrope SemiBold"/>
              <a:buNone/>
              <a:defRPr sz="65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br>
              <a:rPr lang="nb-NO" dirty="0"/>
            </a:b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title</a:t>
            </a:r>
            <a:endParaRPr dirty="0"/>
          </a:p>
        </p:txBody>
      </p:sp>
      <p:sp>
        <p:nvSpPr>
          <p:cNvPr id="8" name="Google Shape;42;p29">
            <a:extLst>
              <a:ext uri="{FF2B5EF4-FFF2-40B4-BE49-F238E27FC236}">
                <a16:creationId xmlns:a16="http://schemas.microsoft.com/office/drawing/2014/main" id="{5C22E02B-BFF4-1C79-9AD6-4A53CAE389F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999079" y="4941065"/>
            <a:ext cx="6193842" cy="48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5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0421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 (Dark Backgroun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55A8FB10-8D16-1BDF-CE67-BD74D4EB8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Google Shape;41;p29">
            <a:extLst>
              <a:ext uri="{FF2B5EF4-FFF2-40B4-BE49-F238E27FC236}">
                <a16:creationId xmlns:a16="http://schemas.microsoft.com/office/drawing/2014/main" id="{C54F9221-6D67-949C-2EA9-86BB59D274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5853" y="2152731"/>
            <a:ext cx="10640294" cy="25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E8DC"/>
              </a:buClr>
              <a:buSzPts val="2800"/>
              <a:buFont typeface="Manrope SemiBold"/>
              <a:buNone/>
              <a:defRPr sz="65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br>
              <a:rPr lang="nb-NO" dirty="0"/>
            </a:b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title</a:t>
            </a:r>
            <a:endParaRPr dirty="0"/>
          </a:p>
        </p:txBody>
      </p:sp>
      <p:sp>
        <p:nvSpPr>
          <p:cNvPr id="8" name="Google Shape;42;p29">
            <a:extLst>
              <a:ext uri="{FF2B5EF4-FFF2-40B4-BE49-F238E27FC236}">
                <a16:creationId xmlns:a16="http://schemas.microsoft.com/office/drawing/2014/main" id="{5C22E02B-BFF4-1C79-9AD6-4A53CAE389F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999079" y="4941065"/>
            <a:ext cx="6193842" cy="48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5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04869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Large Text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06C5CCD1-0BE3-612C-7E56-3E31B6828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Plassholder for tekst 4">
            <a:extLst>
              <a:ext uri="{FF2B5EF4-FFF2-40B4-BE49-F238E27FC236}">
                <a16:creationId xmlns:a16="http://schemas.microsoft.com/office/drawing/2014/main" id="{642ED963-5725-D8AC-EC55-7FE20DE2C6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15" y="2113665"/>
            <a:ext cx="9676227" cy="38671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5500" b="0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Here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nice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not </a:t>
            </a:r>
            <a:r>
              <a:rPr lang="nb-NO" dirty="0" err="1"/>
              <a:t>too</a:t>
            </a:r>
            <a:r>
              <a:rPr lang="nb-NO" dirty="0"/>
              <a:t> </a:t>
            </a:r>
            <a:r>
              <a:rPr lang="nb-NO" dirty="0" err="1"/>
              <a:t>long</a:t>
            </a:r>
            <a:r>
              <a:rPr lang="nb-NO" dirty="0"/>
              <a:t>.</a:t>
            </a:r>
          </a:p>
        </p:txBody>
      </p:sp>
      <p:sp>
        <p:nvSpPr>
          <p:cNvPr id="8" name="Google Shape;46;p67">
            <a:extLst>
              <a:ext uri="{FF2B5EF4-FFF2-40B4-BE49-F238E27FC236}">
                <a16:creationId xmlns:a16="http://schemas.microsoft.com/office/drawing/2014/main" id="{93D3B225-DB80-BF86-DB6E-95BB4FBB2A1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317531"/>
            <a:ext cx="7140555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9577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Large Text (Burgund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EBEA4A25-EE92-0752-CF8A-395997B94A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Plassholder for tekst 4">
            <a:extLst>
              <a:ext uri="{FF2B5EF4-FFF2-40B4-BE49-F238E27FC236}">
                <a16:creationId xmlns:a16="http://schemas.microsoft.com/office/drawing/2014/main" id="{067B72CC-0D4B-87B2-3C5B-58089E9F16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15" y="2113665"/>
            <a:ext cx="9676227" cy="38671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55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Here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nice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not </a:t>
            </a:r>
            <a:r>
              <a:rPr lang="nb-NO" dirty="0" err="1"/>
              <a:t>too</a:t>
            </a:r>
            <a:r>
              <a:rPr lang="nb-NO" dirty="0"/>
              <a:t> </a:t>
            </a:r>
            <a:r>
              <a:rPr lang="nb-NO" dirty="0" err="1"/>
              <a:t>long</a:t>
            </a:r>
            <a:r>
              <a:rPr lang="nb-NO" dirty="0"/>
              <a:t>.</a:t>
            </a:r>
          </a:p>
        </p:txBody>
      </p:sp>
      <p:sp>
        <p:nvSpPr>
          <p:cNvPr id="8" name="Google Shape;46;p67">
            <a:extLst>
              <a:ext uri="{FF2B5EF4-FFF2-40B4-BE49-F238E27FC236}">
                <a16:creationId xmlns:a16="http://schemas.microsoft.com/office/drawing/2014/main" id="{F7A5954A-9D70-01A4-840A-1719922F840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317531"/>
            <a:ext cx="7140555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2445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Large Text (Red Background)">
    <p:bg>
      <p:bgPr>
        <a:solidFill>
          <a:schemeClr val="accent6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C40401D1-CE88-AC61-97A8-F19140AC3F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Plassholder for tekst 4">
            <a:extLst>
              <a:ext uri="{FF2B5EF4-FFF2-40B4-BE49-F238E27FC236}">
                <a16:creationId xmlns:a16="http://schemas.microsoft.com/office/drawing/2014/main" id="{25C697C6-5247-0563-BD11-A288072F34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15" y="2113665"/>
            <a:ext cx="9676227" cy="38671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55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Here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nice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not </a:t>
            </a:r>
            <a:r>
              <a:rPr lang="nb-NO" dirty="0" err="1"/>
              <a:t>too</a:t>
            </a:r>
            <a:r>
              <a:rPr lang="nb-NO" dirty="0"/>
              <a:t> </a:t>
            </a:r>
            <a:r>
              <a:rPr lang="nb-NO" dirty="0" err="1"/>
              <a:t>long</a:t>
            </a:r>
            <a:r>
              <a:rPr lang="nb-NO" dirty="0"/>
              <a:t>.</a:t>
            </a:r>
          </a:p>
        </p:txBody>
      </p:sp>
      <p:sp>
        <p:nvSpPr>
          <p:cNvPr id="8" name="Google Shape;46;p67">
            <a:extLst>
              <a:ext uri="{FF2B5EF4-FFF2-40B4-BE49-F238E27FC236}">
                <a16:creationId xmlns:a16="http://schemas.microsoft.com/office/drawing/2014/main" id="{DFF7D404-41E5-0E22-9D2B-AA44FC945F4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317531"/>
            <a:ext cx="7140555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882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Large Text (Dark Backgroun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C40401D1-CE88-AC61-97A8-F19140AC3F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Plassholder for tekst 4">
            <a:extLst>
              <a:ext uri="{FF2B5EF4-FFF2-40B4-BE49-F238E27FC236}">
                <a16:creationId xmlns:a16="http://schemas.microsoft.com/office/drawing/2014/main" id="{25C697C6-5247-0563-BD11-A288072F34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15" y="2113665"/>
            <a:ext cx="9676227" cy="38671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55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Here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nice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not </a:t>
            </a:r>
            <a:r>
              <a:rPr lang="nb-NO" dirty="0" err="1"/>
              <a:t>too</a:t>
            </a:r>
            <a:r>
              <a:rPr lang="nb-NO" dirty="0"/>
              <a:t> </a:t>
            </a:r>
            <a:r>
              <a:rPr lang="nb-NO" dirty="0" err="1"/>
              <a:t>long</a:t>
            </a:r>
            <a:r>
              <a:rPr lang="nb-NO" dirty="0"/>
              <a:t>.</a:t>
            </a:r>
          </a:p>
        </p:txBody>
      </p:sp>
      <p:sp>
        <p:nvSpPr>
          <p:cNvPr id="8" name="Google Shape;46;p67">
            <a:extLst>
              <a:ext uri="{FF2B5EF4-FFF2-40B4-BE49-F238E27FC236}">
                <a16:creationId xmlns:a16="http://schemas.microsoft.com/office/drawing/2014/main" id="{DFF7D404-41E5-0E22-9D2B-AA44FC945F4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5" y="317531"/>
            <a:ext cx="7140555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76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;p67">
            <a:extLst>
              <a:ext uri="{FF2B5EF4-FFF2-40B4-BE49-F238E27FC236}">
                <a16:creationId xmlns:a16="http://schemas.microsoft.com/office/drawing/2014/main" id="{9ED3B530-FBE7-259A-18BC-7099F4BAB0A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6" y="317531"/>
            <a:ext cx="6064554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dirty="0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106CB97E-F0FD-D503-E6B9-A421BD6F1C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CEFD8E2C-9C25-83CC-0374-A6EA60483D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569580"/>
            <a:ext cx="8865122" cy="38204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 b="0" i="0" spc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text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51549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55CF-4716-23EA-C955-B21D60BA89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10375" y="104775"/>
            <a:ext cx="5259388" cy="6653213"/>
          </a:xfrm>
          <a:prstGeom prst="rect">
            <a:avLst/>
          </a:prstGeom>
        </p:spPr>
        <p:txBody>
          <a:bodyPr/>
          <a:lstStyle>
            <a:lvl1pPr marL="137160" indent="0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endParaRPr lang="en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078BD85-9CE4-DFA4-4C25-2C12AE8BF4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2569580"/>
            <a:ext cx="6064496" cy="39708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 b="0" i="0" spc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text</a:t>
            </a:r>
            <a:endParaRPr lang="nb-NO" dirty="0"/>
          </a:p>
        </p:txBody>
      </p:sp>
      <p:sp>
        <p:nvSpPr>
          <p:cNvPr id="7" name="Google Shape;46;p67">
            <a:extLst>
              <a:ext uri="{FF2B5EF4-FFF2-40B4-BE49-F238E27FC236}">
                <a16:creationId xmlns:a16="http://schemas.microsoft.com/office/drawing/2014/main" id="{61FDFE0C-AD9B-1E3A-62BA-FA34383EDE9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6" y="317531"/>
            <a:ext cx="6064554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3593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 (Map 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4072A1FF-BE8A-A3B5-1DB6-FE6595088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10" name="Grafikk 9">
            <a:extLst>
              <a:ext uri="{FF2B5EF4-FFF2-40B4-BE49-F238E27FC236}">
                <a16:creationId xmlns:a16="http://schemas.microsoft.com/office/drawing/2014/main" id="{2001DA46-2E9B-8ECE-7778-8BEE7723F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4642" y="3646840"/>
            <a:ext cx="3658617" cy="3785652"/>
          </a:xfrm>
          <a:prstGeom prst="rect">
            <a:avLst/>
          </a:prstGeom>
        </p:spPr>
      </p:pic>
      <p:pic>
        <p:nvPicPr>
          <p:cNvPr id="13" name="Grafikk 12">
            <a:extLst>
              <a:ext uri="{FF2B5EF4-FFF2-40B4-BE49-F238E27FC236}">
                <a16:creationId xmlns:a16="http://schemas.microsoft.com/office/drawing/2014/main" id="{ED3467CA-C759-9648-D0E8-8978E021A9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2500" y="-9990027"/>
            <a:ext cx="17386871" cy="17601441"/>
          </a:xfrm>
          <a:prstGeom prst="rect">
            <a:avLst/>
          </a:prstGeom>
        </p:spPr>
      </p:pic>
      <p:grpSp>
        <p:nvGrpSpPr>
          <p:cNvPr id="33" name="Gruppe 32">
            <a:extLst>
              <a:ext uri="{FF2B5EF4-FFF2-40B4-BE49-F238E27FC236}">
                <a16:creationId xmlns:a16="http://schemas.microsoft.com/office/drawing/2014/main" id="{8D2934AA-2E2D-8701-8B80-F7A32A0CAE18}"/>
              </a:ext>
            </a:extLst>
          </p:cNvPr>
          <p:cNvGrpSpPr/>
          <p:nvPr userDrawn="1"/>
        </p:nvGrpSpPr>
        <p:grpSpPr>
          <a:xfrm>
            <a:off x="5670307" y="904365"/>
            <a:ext cx="5706929" cy="4860163"/>
            <a:chOff x="5670307" y="904365"/>
            <a:chExt cx="5706929" cy="4860163"/>
          </a:xfrm>
        </p:grpSpPr>
        <p:sp>
          <p:nvSpPr>
            <p:cNvPr id="25" name="Terminator 24">
              <a:extLst>
                <a:ext uri="{FF2B5EF4-FFF2-40B4-BE49-F238E27FC236}">
                  <a16:creationId xmlns:a16="http://schemas.microsoft.com/office/drawing/2014/main" id="{DE2F23C3-1AC8-9356-34D2-20E1D7A5C598}"/>
                </a:ext>
              </a:extLst>
            </p:cNvPr>
            <p:cNvSpPr/>
            <p:nvPr userDrawn="1"/>
          </p:nvSpPr>
          <p:spPr>
            <a:xfrm>
              <a:off x="7682465" y="904365"/>
              <a:ext cx="1342004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Trondheim</a:t>
              </a:r>
            </a:p>
          </p:txBody>
        </p:sp>
        <p:sp>
          <p:nvSpPr>
            <p:cNvPr id="26" name="Terminator 25">
              <a:extLst>
                <a:ext uri="{FF2B5EF4-FFF2-40B4-BE49-F238E27FC236}">
                  <a16:creationId xmlns:a16="http://schemas.microsoft.com/office/drawing/2014/main" id="{BE83D8ED-9E13-41C4-4E4B-C42462E4B83F}"/>
                </a:ext>
              </a:extLst>
            </p:cNvPr>
            <p:cNvSpPr/>
            <p:nvPr userDrawn="1"/>
          </p:nvSpPr>
          <p:spPr>
            <a:xfrm>
              <a:off x="5704597" y="2332878"/>
              <a:ext cx="1189738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Ålesund</a:t>
              </a:r>
            </a:p>
          </p:txBody>
        </p:sp>
        <p:sp>
          <p:nvSpPr>
            <p:cNvPr id="27" name="Terminator 26">
              <a:extLst>
                <a:ext uri="{FF2B5EF4-FFF2-40B4-BE49-F238E27FC236}">
                  <a16:creationId xmlns:a16="http://schemas.microsoft.com/office/drawing/2014/main" id="{43F705AC-50A5-13F6-4FC8-B316D6B932E6}"/>
                </a:ext>
              </a:extLst>
            </p:cNvPr>
            <p:cNvSpPr/>
            <p:nvPr userDrawn="1"/>
          </p:nvSpPr>
          <p:spPr>
            <a:xfrm>
              <a:off x="5670307" y="3830208"/>
              <a:ext cx="1189738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Bergen</a:t>
              </a:r>
            </a:p>
          </p:txBody>
        </p:sp>
        <p:sp>
          <p:nvSpPr>
            <p:cNvPr id="28" name="Terminator 27">
              <a:extLst>
                <a:ext uri="{FF2B5EF4-FFF2-40B4-BE49-F238E27FC236}">
                  <a16:creationId xmlns:a16="http://schemas.microsoft.com/office/drawing/2014/main" id="{C6E30ABA-9E2D-F9DA-C44E-F3A91205B343}"/>
                </a:ext>
              </a:extLst>
            </p:cNvPr>
            <p:cNvSpPr/>
            <p:nvPr userDrawn="1"/>
          </p:nvSpPr>
          <p:spPr>
            <a:xfrm>
              <a:off x="5798970" y="4681614"/>
              <a:ext cx="1427723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Haugesund</a:t>
              </a:r>
            </a:p>
          </p:txBody>
        </p:sp>
        <p:sp>
          <p:nvSpPr>
            <p:cNvPr id="29" name="Terminator 28">
              <a:extLst>
                <a:ext uri="{FF2B5EF4-FFF2-40B4-BE49-F238E27FC236}">
                  <a16:creationId xmlns:a16="http://schemas.microsoft.com/office/drawing/2014/main" id="{65EB83AE-CB57-C2BE-F994-FCEA88461B65}"/>
                </a:ext>
              </a:extLst>
            </p:cNvPr>
            <p:cNvSpPr/>
            <p:nvPr userDrawn="1"/>
          </p:nvSpPr>
          <p:spPr>
            <a:xfrm>
              <a:off x="5798970" y="5335658"/>
              <a:ext cx="1427723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Stavanger</a:t>
              </a:r>
            </a:p>
          </p:txBody>
        </p:sp>
        <p:sp>
          <p:nvSpPr>
            <p:cNvPr id="30" name="Terminator 29">
              <a:extLst>
                <a:ext uri="{FF2B5EF4-FFF2-40B4-BE49-F238E27FC236}">
                  <a16:creationId xmlns:a16="http://schemas.microsoft.com/office/drawing/2014/main" id="{D6C01A6A-DE9E-DB09-5958-6D855C916401}"/>
                </a:ext>
              </a:extLst>
            </p:cNvPr>
            <p:cNvSpPr/>
            <p:nvPr userDrawn="1"/>
          </p:nvSpPr>
          <p:spPr>
            <a:xfrm>
              <a:off x="8017415" y="3401338"/>
              <a:ext cx="1189738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Innlandet</a:t>
              </a:r>
            </a:p>
          </p:txBody>
        </p:sp>
        <p:sp>
          <p:nvSpPr>
            <p:cNvPr id="31" name="Terminator 30">
              <a:extLst>
                <a:ext uri="{FF2B5EF4-FFF2-40B4-BE49-F238E27FC236}">
                  <a16:creationId xmlns:a16="http://schemas.microsoft.com/office/drawing/2014/main" id="{AA671E1D-E352-3D7B-D364-8A25EEB8A805}"/>
                </a:ext>
              </a:extLst>
            </p:cNvPr>
            <p:cNvSpPr/>
            <p:nvPr userDrawn="1"/>
          </p:nvSpPr>
          <p:spPr>
            <a:xfrm>
              <a:off x="8184907" y="4321698"/>
              <a:ext cx="1189738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Oslo</a:t>
              </a:r>
            </a:p>
          </p:txBody>
        </p:sp>
        <p:sp>
          <p:nvSpPr>
            <p:cNvPr id="32" name="Terminator 31">
              <a:extLst>
                <a:ext uri="{FF2B5EF4-FFF2-40B4-BE49-F238E27FC236}">
                  <a16:creationId xmlns:a16="http://schemas.microsoft.com/office/drawing/2014/main" id="{2ECCEB93-CD00-C4EB-5979-5D17C954DC2F}"/>
                </a:ext>
              </a:extLst>
            </p:cNvPr>
            <p:cNvSpPr/>
            <p:nvPr userDrawn="1"/>
          </p:nvSpPr>
          <p:spPr>
            <a:xfrm>
              <a:off x="10187498" y="5253496"/>
              <a:ext cx="1189738" cy="428870"/>
            </a:xfrm>
            <a:prstGeom prst="flowChartTermina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bg2"/>
                  </a:solidFill>
                  <a:latin typeface="Arial" panose="020B0604020202020204" pitchFamily="34" charset="0"/>
                </a:rPr>
                <a:t>Litauen</a:t>
              </a:r>
            </a:p>
          </p:txBody>
        </p:sp>
      </p:grp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8E98E7C-D06D-9BF8-2FA7-906C64521E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470" y="337479"/>
            <a:ext cx="6893869" cy="665163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137160" indent="0">
              <a:buNone/>
              <a:defRPr sz="2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D807BD-B87F-C631-5A35-D226BBDF3E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470" y="3401337"/>
            <a:ext cx="4396623" cy="2534083"/>
          </a:xfrm>
          <a:prstGeom prst="rect">
            <a:avLst/>
          </a:prstGeom>
        </p:spPr>
        <p:txBody>
          <a:bodyPr lIns="0" tIns="0"/>
          <a:lstStyle>
            <a:lvl1pPr marL="137160" indent="0">
              <a:buNone/>
              <a:defRPr sz="32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Text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7667865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 (Map 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4072A1FF-BE8A-A3B5-1DB6-FE6595088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10" name="Grafikk 9">
            <a:extLst>
              <a:ext uri="{FF2B5EF4-FFF2-40B4-BE49-F238E27FC236}">
                <a16:creationId xmlns:a16="http://schemas.microsoft.com/office/drawing/2014/main" id="{2001DA46-2E9B-8ECE-7778-8BEE7723F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4642" y="3646840"/>
            <a:ext cx="3658617" cy="3785652"/>
          </a:xfrm>
          <a:prstGeom prst="rect">
            <a:avLst/>
          </a:prstGeom>
        </p:spPr>
      </p:pic>
      <p:pic>
        <p:nvPicPr>
          <p:cNvPr id="13" name="Grafikk 12">
            <a:extLst>
              <a:ext uri="{FF2B5EF4-FFF2-40B4-BE49-F238E27FC236}">
                <a16:creationId xmlns:a16="http://schemas.microsoft.com/office/drawing/2014/main" id="{ED3467CA-C759-9648-D0E8-8978E021A9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2500" y="-9990027"/>
            <a:ext cx="17386871" cy="17601441"/>
          </a:xfrm>
          <a:prstGeom prst="rect">
            <a:avLst/>
          </a:prstGeom>
        </p:spPr>
      </p:pic>
      <p:grpSp>
        <p:nvGrpSpPr>
          <p:cNvPr id="4" name="Gruppe 3">
            <a:extLst>
              <a:ext uri="{FF2B5EF4-FFF2-40B4-BE49-F238E27FC236}">
                <a16:creationId xmlns:a16="http://schemas.microsoft.com/office/drawing/2014/main" id="{41D80617-B4DF-1304-C217-9747205C3528}"/>
              </a:ext>
            </a:extLst>
          </p:cNvPr>
          <p:cNvGrpSpPr/>
          <p:nvPr userDrawn="1"/>
        </p:nvGrpSpPr>
        <p:grpSpPr>
          <a:xfrm>
            <a:off x="5670307" y="904365"/>
            <a:ext cx="5706929" cy="4860163"/>
            <a:chOff x="5670307" y="904365"/>
            <a:chExt cx="5706929" cy="4860163"/>
          </a:xfrm>
          <a:solidFill>
            <a:schemeClr val="accent6">
              <a:alpha val="95000"/>
            </a:schemeClr>
          </a:solidFill>
        </p:grpSpPr>
        <p:sp>
          <p:nvSpPr>
            <p:cNvPr id="5" name="Terminator 4">
              <a:extLst>
                <a:ext uri="{FF2B5EF4-FFF2-40B4-BE49-F238E27FC236}">
                  <a16:creationId xmlns:a16="http://schemas.microsoft.com/office/drawing/2014/main" id="{0826A190-F345-CF8A-31B2-83854946A13A}"/>
                </a:ext>
              </a:extLst>
            </p:cNvPr>
            <p:cNvSpPr/>
            <p:nvPr userDrawn="1"/>
          </p:nvSpPr>
          <p:spPr>
            <a:xfrm>
              <a:off x="7682465" y="904365"/>
              <a:ext cx="1342004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Trondheim</a:t>
              </a:r>
            </a:p>
          </p:txBody>
        </p:sp>
        <p:sp>
          <p:nvSpPr>
            <p:cNvPr id="8" name="Terminator 7">
              <a:extLst>
                <a:ext uri="{FF2B5EF4-FFF2-40B4-BE49-F238E27FC236}">
                  <a16:creationId xmlns:a16="http://schemas.microsoft.com/office/drawing/2014/main" id="{5400F906-00D4-7BC0-387B-AEC2CCB774E4}"/>
                </a:ext>
              </a:extLst>
            </p:cNvPr>
            <p:cNvSpPr/>
            <p:nvPr userDrawn="1"/>
          </p:nvSpPr>
          <p:spPr>
            <a:xfrm>
              <a:off x="5704597" y="2332878"/>
              <a:ext cx="1189738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Ålesund</a:t>
              </a:r>
            </a:p>
          </p:txBody>
        </p:sp>
        <p:sp>
          <p:nvSpPr>
            <p:cNvPr id="21" name="Terminator 20">
              <a:extLst>
                <a:ext uri="{FF2B5EF4-FFF2-40B4-BE49-F238E27FC236}">
                  <a16:creationId xmlns:a16="http://schemas.microsoft.com/office/drawing/2014/main" id="{2B963FDC-0EF9-9C74-1E44-47E0E6E37859}"/>
                </a:ext>
              </a:extLst>
            </p:cNvPr>
            <p:cNvSpPr/>
            <p:nvPr userDrawn="1"/>
          </p:nvSpPr>
          <p:spPr>
            <a:xfrm>
              <a:off x="5670307" y="3830208"/>
              <a:ext cx="1189738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Bergen</a:t>
              </a:r>
            </a:p>
          </p:txBody>
        </p:sp>
        <p:sp>
          <p:nvSpPr>
            <p:cNvPr id="22" name="Terminator 21">
              <a:extLst>
                <a:ext uri="{FF2B5EF4-FFF2-40B4-BE49-F238E27FC236}">
                  <a16:creationId xmlns:a16="http://schemas.microsoft.com/office/drawing/2014/main" id="{C36FAE4C-C34F-EF03-3070-F093CD414273}"/>
                </a:ext>
              </a:extLst>
            </p:cNvPr>
            <p:cNvSpPr/>
            <p:nvPr userDrawn="1"/>
          </p:nvSpPr>
          <p:spPr>
            <a:xfrm>
              <a:off x="5798970" y="4681614"/>
              <a:ext cx="1427723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Haugesund</a:t>
              </a:r>
            </a:p>
          </p:txBody>
        </p:sp>
        <p:sp>
          <p:nvSpPr>
            <p:cNvPr id="24" name="Terminator 23">
              <a:extLst>
                <a:ext uri="{FF2B5EF4-FFF2-40B4-BE49-F238E27FC236}">
                  <a16:creationId xmlns:a16="http://schemas.microsoft.com/office/drawing/2014/main" id="{492858D6-D0E0-78CB-55E8-368DF4013AE4}"/>
                </a:ext>
              </a:extLst>
            </p:cNvPr>
            <p:cNvSpPr/>
            <p:nvPr userDrawn="1"/>
          </p:nvSpPr>
          <p:spPr>
            <a:xfrm>
              <a:off x="5798970" y="5335658"/>
              <a:ext cx="1427723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Stavanger</a:t>
              </a:r>
            </a:p>
          </p:txBody>
        </p:sp>
        <p:sp>
          <p:nvSpPr>
            <p:cNvPr id="25" name="Terminator 24">
              <a:extLst>
                <a:ext uri="{FF2B5EF4-FFF2-40B4-BE49-F238E27FC236}">
                  <a16:creationId xmlns:a16="http://schemas.microsoft.com/office/drawing/2014/main" id="{1F6FFD35-E716-CE53-8142-627AC2502888}"/>
                </a:ext>
              </a:extLst>
            </p:cNvPr>
            <p:cNvSpPr/>
            <p:nvPr userDrawn="1"/>
          </p:nvSpPr>
          <p:spPr>
            <a:xfrm>
              <a:off x="8017415" y="3401338"/>
              <a:ext cx="1189738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Innlandet</a:t>
              </a:r>
            </a:p>
          </p:txBody>
        </p:sp>
        <p:sp>
          <p:nvSpPr>
            <p:cNvPr id="26" name="Terminator 25">
              <a:extLst>
                <a:ext uri="{FF2B5EF4-FFF2-40B4-BE49-F238E27FC236}">
                  <a16:creationId xmlns:a16="http://schemas.microsoft.com/office/drawing/2014/main" id="{831B2009-AF0B-BB3A-4357-C920CE7334E3}"/>
                </a:ext>
              </a:extLst>
            </p:cNvPr>
            <p:cNvSpPr/>
            <p:nvPr userDrawn="1"/>
          </p:nvSpPr>
          <p:spPr>
            <a:xfrm>
              <a:off x="8184907" y="4321698"/>
              <a:ext cx="1189738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Oslo</a:t>
              </a:r>
            </a:p>
          </p:txBody>
        </p:sp>
        <p:sp>
          <p:nvSpPr>
            <p:cNvPr id="27" name="Terminator 26">
              <a:extLst>
                <a:ext uri="{FF2B5EF4-FFF2-40B4-BE49-F238E27FC236}">
                  <a16:creationId xmlns:a16="http://schemas.microsoft.com/office/drawing/2014/main" id="{658B227F-D087-3D94-7077-920DB5116CCA}"/>
                </a:ext>
              </a:extLst>
            </p:cNvPr>
            <p:cNvSpPr/>
            <p:nvPr userDrawn="1"/>
          </p:nvSpPr>
          <p:spPr>
            <a:xfrm>
              <a:off x="10187498" y="5253496"/>
              <a:ext cx="1189738" cy="42887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600" b="0" i="0" dirty="0">
                  <a:solidFill>
                    <a:schemeClr val="tx2"/>
                  </a:solidFill>
                  <a:latin typeface="Arial" panose="020B0604020202020204" pitchFamily="34" charset="0"/>
                </a:rPr>
                <a:t>Litauen</a:t>
              </a:r>
            </a:p>
          </p:txBody>
        </p:sp>
      </p:grp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C638F30-9672-7050-3AFF-81514D5260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470" y="337479"/>
            <a:ext cx="6893869" cy="665163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137160" indent="0">
              <a:buNone/>
              <a:defRPr sz="2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11B098-49C8-B870-C1EA-A89D97B6AF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470" y="3401337"/>
            <a:ext cx="4396623" cy="2534083"/>
          </a:xfrm>
          <a:prstGeom prst="rect">
            <a:avLst/>
          </a:prstGeom>
        </p:spPr>
        <p:txBody>
          <a:bodyPr lIns="0" tIns="0"/>
          <a:lstStyle>
            <a:lvl1pPr marL="137160" indent="0">
              <a:buNone/>
              <a:defRPr sz="32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Text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861052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4">
            <a:extLst>
              <a:ext uri="{FF2B5EF4-FFF2-40B4-BE49-F238E27FC236}">
                <a16:creationId xmlns:a16="http://schemas.microsoft.com/office/drawing/2014/main" id="{1770B712-9792-B5ED-B7B8-524D5326E8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013637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4">
            <a:extLst>
              <a:ext uri="{FF2B5EF4-FFF2-40B4-BE49-F238E27FC236}">
                <a16:creationId xmlns:a16="http://schemas.microsoft.com/office/drawing/2014/main" id="{B6BB5E2D-321A-9748-814A-5E1C0A68F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95416" y="95416"/>
            <a:ext cx="2178657" cy="214685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7" name="Plassholder for bilde 4">
            <a:extLst>
              <a:ext uri="{FF2B5EF4-FFF2-40B4-BE49-F238E27FC236}">
                <a16:creationId xmlns:a16="http://schemas.microsoft.com/office/drawing/2014/main" id="{334DD0A3-EAD9-1D13-E0B7-FCFE8723E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2353587" y="95414"/>
            <a:ext cx="2122997" cy="2631881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8" name="Plassholder for bilde 4">
            <a:extLst>
              <a:ext uri="{FF2B5EF4-FFF2-40B4-BE49-F238E27FC236}">
                <a16:creationId xmlns:a16="http://schemas.microsoft.com/office/drawing/2014/main" id="{954A7CB0-0406-D50C-2602-3C34371619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572000" y="95416"/>
            <a:ext cx="3419061" cy="214685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98882817-1950-2221-0D24-87B501C580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8086477" y="95416"/>
            <a:ext cx="1948069" cy="214685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0" name="Plassholder for bilde 4">
            <a:extLst>
              <a:ext uri="{FF2B5EF4-FFF2-40B4-BE49-F238E27FC236}">
                <a16:creationId xmlns:a16="http://schemas.microsoft.com/office/drawing/2014/main" id="{099B29BA-5011-350A-A553-F005AE5B77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10129962" y="95415"/>
            <a:ext cx="1948069" cy="2146853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1" name="Plassholder for bilde 4">
            <a:extLst>
              <a:ext uri="{FF2B5EF4-FFF2-40B4-BE49-F238E27FC236}">
                <a16:creationId xmlns:a16="http://schemas.microsoft.com/office/drawing/2014/main" id="{76B99B5F-8B3D-E63B-6073-6AFFFB977D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7354958" y="2336873"/>
            <a:ext cx="2679588" cy="2051436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2" name="Plassholder for bilde 4">
            <a:extLst>
              <a:ext uri="{FF2B5EF4-FFF2-40B4-BE49-F238E27FC236}">
                <a16:creationId xmlns:a16="http://schemas.microsoft.com/office/drawing/2014/main" id="{BC6CFB13-E34C-A628-5093-F1D40F68B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72000" y="2321782"/>
            <a:ext cx="2679588" cy="2051436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3" name="Plassholder for bilde 4">
            <a:extLst>
              <a:ext uri="{FF2B5EF4-FFF2-40B4-BE49-F238E27FC236}">
                <a16:creationId xmlns:a16="http://schemas.microsoft.com/office/drawing/2014/main" id="{0536A2DF-98A1-E49F-B1A6-C26C50C9A4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95416" y="2337684"/>
            <a:ext cx="2178657" cy="1804946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4" name="Plassholder for bilde 4">
            <a:extLst>
              <a:ext uri="{FF2B5EF4-FFF2-40B4-BE49-F238E27FC236}">
                <a16:creationId xmlns:a16="http://schemas.microsoft.com/office/drawing/2014/main" id="{DAE3DEDC-A3BD-CB19-5DCD-7DBDB2532D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/>
          </p:nvPr>
        </p:nvSpPr>
        <p:spPr>
          <a:xfrm>
            <a:off x="2353587" y="2826689"/>
            <a:ext cx="2122997" cy="2222389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5320CF4C-4377-B645-7D7D-A765F58B1A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2353587" y="5148472"/>
            <a:ext cx="2122997" cy="1614114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6" name="Plassholder for bilde 4">
            <a:extLst>
              <a:ext uri="{FF2B5EF4-FFF2-40B4-BE49-F238E27FC236}">
                <a16:creationId xmlns:a16="http://schemas.microsoft.com/office/drawing/2014/main" id="{6B21ECB5-D60D-4CD3-5DFE-A38F4ED34E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/>
          </p:nvPr>
        </p:nvSpPr>
        <p:spPr>
          <a:xfrm>
            <a:off x="95416" y="4254676"/>
            <a:ext cx="2178657" cy="2507908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7" name="Plassholder for bilde 4">
            <a:extLst>
              <a:ext uri="{FF2B5EF4-FFF2-40B4-BE49-F238E27FC236}">
                <a16:creationId xmlns:a16="http://schemas.microsoft.com/office/drawing/2014/main" id="{CC66F8AE-0CC1-A789-638B-BAA855B090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4572000" y="4482912"/>
            <a:ext cx="2679588" cy="227967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8" name="Plassholder for bilde 4">
            <a:extLst>
              <a:ext uri="{FF2B5EF4-FFF2-40B4-BE49-F238E27FC236}">
                <a16:creationId xmlns:a16="http://schemas.microsoft.com/office/drawing/2014/main" id="{0B4AA38F-C9F7-40FE-E92D-5AFC48C26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7362910" y="4482912"/>
            <a:ext cx="1741333" cy="227967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9" name="Plassholder for bilde 4">
            <a:extLst>
              <a:ext uri="{FF2B5EF4-FFF2-40B4-BE49-F238E27FC236}">
                <a16:creationId xmlns:a16="http://schemas.microsoft.com/office/drawing/2014/main" id="{5452CF40-33AC-37C1-7F54-B8738AB87E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9215565" y="4482912"/>
            <a:ext cx="2862466" cy="227967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20" name="Plassholder for bilde 4">
            <a:extLst>
              <a:ext uri="{FF2B5EF4-FFF2-40B4-BE49-F238E27FC236}">
                <a16:creationId xmlns:a16="http://schemas.microsoft.com/office/drawing/2014/main" id="{81C1D31B-C65F-4BB5-CC41-6377334824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10129961" y="2363889"/>
            <a:ext cx="1948069" cy="2024420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06986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bilde 4">
            <a:extLst>
              <a:ext uri="{FF2B5EF4-FFF2-40B4-BE49-F238E27FC236}">
                <a16:creationId xmlns:a16="http://schemas.microsoft.com/office/drawing/2014/main" id="{954A7CB0-0406-D50C-2602-3C34371619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572000" y="95416"/>
            <a:ext cx="3419061" cy="214685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0" name="Plassholder for bilde 4">
            <a:extLst>
              <a:ext uri="{FF2B5EF4-FFF2-40B4-BE49-F238E27FC236}">
                <a16:creationId xmlns:a16="http://schemas.microsoft.com/office/drawing/2014/main" id="{099B29BA-5011-350A-A553-F005AE5B77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8081010" y="95415"/>
            <a:ext cx="3997021" cy="2146853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1" name="Plassholder for bilde 4">
            <a:extLst>
              <a:ext uri="{FF2B5EF4-FFF2-40B4-BE49-F238E27FC236}">
                <a16:creationId xmlns:a16="http://schemas.microsoft.com/office/drawing/2014/main" id="{76B99B5F-8B3D-E63B-6073-6AFFFB977D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7354958" y="2336873"/>
            <a:ext cx="2679588" cy="2051436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2" name="Plassholder for bilde 4">
            <a:extLst>
              <a:ext uri="{FF2B5EF4-FFF2-40B4-BE49-F238E27FC236}">
                <a16:creationId xmlns:a16="http://schemas.microsoft.com/office/drawing/2014/main" id="{BC6CFB13-E34C-A628-5093-F1D40F68B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72000" y="2321782"/>
            <a:ext cx="2679588" cy="2051436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7" name="Plassholder for bilde 4">
            <a:extLst>
              <a:ext uri="{FF2B5EF4-FFF2-40B4-BE49-F238E27FC236}">
                <a16:creationId xmlns:a16="http://schemas.microsoft.com/office/drawing/2014/main" id="{CC66F8AE-0CC1-A789-638B-BAA855B090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4572000" y="4482912"/>
            <a:ext cx="4560570" cy="227967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9" name="Plassholder for bilde 4">
            <a:extLst>
              <a:ext uri="{FF2B5EF4-FFF2-40B4-BE49-F238E27FC236}">
                <a16:creationId xmlns:a16="http://schemas.microsoft.com/office/drawing/2014/main" id="{5452CF40-33AC-37C1-7F54-B8738AB87E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9215565" y="4482912"/>
            <a:ext cx="2862466" cy="227967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20" name="Plassholder for bilde 4">
            <a:extLst>
              <a:ext uri="{FF2B5EF4-FFF2-40B4-BE49-F238E27FC236}">
                <a16:creationId xmlns:a16="http://schemas.microsoft.com/office/drawing/2014/main" id="{81C1D31B-C65F-4BB5-CC41-6377334824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10129961" y="2363889"/>
            <a:ext cx="1948069" cy="2024420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C981252F-0A05-2062-4465-28C7503F8E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4686300"/>
            <a:ext cx="3514725" cy="18541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 b="0" i="0" spc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short</a:t>
            </a:r>
            <a:r>
              <a:rPr lang="nb-NO" dirty="0"/>
              <a:t> </a:t>
            </a:r>
            <a:r>
              <a:rPr lang="nb-NO" dirty="0" err="1"/>
              <a:t>text</a:t>
            </a:r>
            <a:endParaRPr lang="nb-NO" dirty="0"/>
          </a:p>
        </p:txBody>
      </p:sp>
      <p:sp>
        <p:nvSpPr>
          <p:cNvPr id="3" name="Google Shape;46;p67">
            <a:extLst>
              <a:ext uri="{FF2B5EF4-FFF2-40B4-BE49-F238E27FC236}">
                <a16:creationId xmlns:a16="http://schemas.microsoft.com/office/drawing/2014/main" id="{B2A25FFE-47C8-8FDE-460A-DA2EC5FB62B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6" y="317531"/>
            <a:ext cx="3514784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0517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k 6">
            <a:extLst>
              <a:ext uri="{FF2B5EF4-FFF2-40B4-BE49-F238E27FC236}">
                <a16:creationId xmlns:a16="http://schemas.microsoft.com/office/drawing/2014/main" id="{106CB97E-F0FD-D503-E6B9-A421BD6F1C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46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 tjenesteområ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F402FA6F-0D20-E4EE-3778-EDD67502EA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7" name="Grafikk 6">
            <a:extLst>
              <a:ext uri="{FF2B5EF4-FFF2-40B4-BE49-F238E27FC236}">
                <a16:creationId xmlns:a16="http://schemas.microsoft.com/office/drawing/2014/main" id="{9A21524B-00B2-5C26-A375-01089F0B20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16" y="2215664"/>
            <a:ext cx="2041768" cy="2041768"/>
          </a:xfrm>
          <a:prstGeom prst="rect">
            <a:avLst/>
          </a:prstGeom>
        </p:spPr>
      </p:pic>
      <p:pic>
        <p:nvPicPr>
          <p:cNvPr id="8" name="Grafikk 7">
            <a:extLst>
              <a:ext uri="{FF2B5EF4-FFF2-40B4-BE49-F238E27FC236}">
                <a16:creationId xmlns:a16="http://schemas.microsoft.com/office/drawing/2014/main" id="{7FA7634E-84AA-00B5-EB99-0D4BE2C5C5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8816" y="2215664"/>
            <a:ext cx="2041768" cy="2041768"/>
          </a:xfrm>
          <a:prstGeom prst="rect">
            <a:avLst/>
          </a:prstGeom>
        </p:spPr>
      </p:pic>
      <p:pic>
        <p:nvPicPr>
          <p:cNvPr id="9" name="Grafikk 8">
            <a:extLst>
              <a:ext uri="{FF2B5EF4-FFF2-40B4-BE49-F238E27FC236}">
                <a16:creationId xmlns:a16="http://schemas.microsoft.com/office/drawing/2014/main" id="{A6B89741-0B47-E6A4-0827-6D340F9F5A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57153" y="2215664"/>
            <a:ext cx="2041768" cy="2041768"/>
          </a:xfrm>
          <a:prstGeom prst="rect">
            <a:avLst/>
          </a:prstGeom>
        </p:spPr>
      </p:pic>
      <p:pic>
        <p:nvPicPr>
          <p:cNvPr id="10" name="Grafikk 9">
            <a:extLst>
              <a:ext uri="{FF2B5EF4-FFF2-40B4-BE49-F238E27FC236}">
                <a16:creationId xmlns:a16="http://schemas.microsoft.com/office/drawing/2014/main" id="{1AB603D7-8C0D-00EE-EF91-23FFF9083C0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75116" y="2215664"/>
            <a:ext cx="2041768" cy="2041768"/>
          </a:xfrm>
          <a:prstGeom prst="rect">
            <a:avLst/>
          </a:prstGeom>
        </p:spPr>
      </p:pic>
      <p:pic>
        <p:nvPicPr>
          <p:cNvPr id="11" name="Grafikk 10">
            <a:extLst>
              <a:ext uri="{FF2B5EF4-FFF2-40B4-BE49-F238E27FC236}">
                <a16:creationId xmlns:a16="http://schemas.microsoft.com/office/drawing/2014/main" id="{86AD9880-942C-DEDA-00D5-238A7A17D15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93079" y="2215664"/>
            <a:ext cx="2041768" cy="2041768"/>
          </a:xfrm>
          <a:prstGeom prst="rect">
            <a:avLst/>
          </a:prstGeom>
        </p:spPr>
      </p:pic>
      <p:sp>
        <p:nvSpPr>
          <p:cNvPr id="12" name="Tittel 1">
            <a:extLst>
              <a:ext uri="{FF2B5EF4-FFF2-40B4-BE49-F238E27FC236}">
                <a16:creationId xmlns:a16="http://schemas.microsoft.com/office/drawing/2014/main" id="{766B2FAE-5533-C05C-585A-E8A9D3CD9B28}"/>
              </a:ext>
            </a:extLst>
          </p:cNvPr>
          <p:cNvSpPr txBox="1">
            <a:spLocks/>
          </p:cNvSpPr>
          <p:nvPr userDrawn="1"/>
        </p:nvSpPr>
        <p:spPr>
          <a:xfrm>
            <a:off x="371416" y="4401803"/>
            <a:ext cx="204176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Brukeropplevelse 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og innovasjon</a:t>
            </a:r>
          </a:p>
        </p:txBody>
      </p:sp>
      <p:sp>
        <p:nvSpPr>
          <p:cNvPr id="13" name="Tittel 1">
            <a:extLst>
              <a:ext uri="{FF2B5EF4-FFF2-40B4-BE49-F238E27FC236}">
                <a16:creationId xmlns:a16="http://schemas.microsoft.com/office/drawing/2014/main" id="{A47ECDD3-44C9-F069-0964-2B57CAC2AB3D}"/>
              </a:ext>
            </a:extLst>
          </p:cNvPr>
          <p:cNvSpPr txBox="1">
            <a:spLocks/>
          </p:cNvSpPr>
          <p:nvPr userDrawn="1"/>
        </p:nvSpPr>
        <p:spPr>
          <a:xfrm>
            <a:off x="2716031" y="4401804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Teknologi, sky og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plattform</a:t>
            </a:r>
          </a:p>
        </p:txBody>
      </p:sp>
      <p:sp>
        <p:nvSpPr>
          <p:cNvPr id="14" name="Tittel 1">
            <a:extLst>
              <a:ext uri="{FF2B5EF4-FFF2-40B4-BE49-F238E27FC236}">
                <a16:creationId xmlns:a16="http://schemas.microsoft.com/office/drawing/2014/main" id="{1168D488-BA0F-34F3-C228-4D520A5CE991}"/>
              </a:ext>
            </a:extLst>
          </p:cNvPr>
          <p:cNvSpPr txBox="1">
            <a:spLocks/>
          </p:cNvSpPr>
          <p:nvPr userDrawn="1"/>
        </p:nvSpPr>
        <p:spPr>
          <a:xfrm>
            <a:off x="5042962" y="4401804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og AI</a:t>
            </a:r>
          </a:p>
        </p:txBody>
      </p:sp>
      <p:sp>
        <p:nvSpPr>
          <p:cNvPr id="15" name="Tittel 1">
            <a:extLst>
              <a:ext uri="{FF2B5EF4-FFF2-40B4-BE49-F238E27FC236}">
                <a16:creationId xmlns:a16="http://schemas.microsoft.com/office/drawing/2014/main" id="{39DBEDD2-FFAE-5A86-1832-797519E628AD}"/>
              </a:ext>
            </a:extLst>
          </p:cNvPr>
          <p:cNvSpPr txBox="1">
            <a:spLocks/>
          </p:cNvSpPr>
          <p:nvPr userDrawn="1"/>
        </p:nvSpPr>
        <p:spPr>
          <a:xfrm>
            <a:off x="7387577" y="4401804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Transformasjon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og mennesker</a:t>
            </a:r>
          </a:p>
        </p:txBody>
      </p:sp>
      <p:sp>
        <p:nvSpPr>
          <p:cNvPr id="16" name="Tittel 1">
            <a:extLst>
              <a:ext uri="{FF2B5EF4-FFF2-40B4-BE49-F238E27FC236}">
                <a16:creationId xmlns:a16="http://schemas.microsoft.com/office/drawing/2014/main" id="{9799FEB9-E0B1-276D-E02A-39AAC3E08DAE}"/>
              </a:ext>
            </a:extLst>
          </p:cNvPr>
          <p:cNvSpPr txBox="1">
            <a:spLocks/>
          </p:cNvSpPr>
          <p:nvPr userDrawn="1"/>
        </p:nvSpPr>
        <p:spPr>
          <a:xfrm>
            <a:off x="9720470" y="4436973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Strategisk 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</a:p>
        </p:txBody>
      </p:sp>
      <p:sp>
        <p:nvSpPr>
          <p:cNvPr id="3" name="TekstSylinder 8">
            <a:extLst>
              <a:ext uri="{FF2B5EF4-FFF2-40B4-BE49-F238E27FC236}">
                <a16:creationId xmlns:a16="http://schemas.microsoft.com/office/drawing/2014/main" id="{D18A5126-AB88-563D-FB16-2525744FF381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Våre tjenesteområder</a:t>
            </a:r>
          </a:p>
        </p:txBody>
      </p:sp>
    </p:spTree>
    <p:extLst>
      <p:ext uri="{BB962C8B-B14F-4D97-AF65-F5344CB8AC3E}">
        <p14:creationId xmlns:p14="http://schemas.microsoft.com/office/powerpoint/2010/main" val="3058364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keropplevelse og innovasj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C43E9EFA-0294-F3A9-726E-522202C61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7" name="Plassholder for bilde 6">
            <a:extLst>
              <a:ext uri="{FF2B5EF4-FFF2-40B4-BE49-F238E27FC236}">
                <a16:creationId xmlns:a16="http://schemas.microsoft.com/office/drawing/2014/main" id="{9DA9D5D9-401D-B121-4B67-9ED9847ABC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4928" t="-18372" r="-6413" b="-9704"/>
          <a:stretch/>
        </p:blipFill>
        <p:spPr>
          <a:xfrm>
            <a:off x="8767612" y="1924799"/>
            <a:ext cx="305297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FD6ADBE0-5180-2A72-938D-C1DC8DBBE6E9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62550-D92E-B9E1-AB74-A8AEF0D52736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rPr>
              <a:t>Brukeropplevelse og innovasjon</a:t>
            </a:r>
          </a:p>
        </p:txBody>
      </p:sp>
      <p:sp>
        <p:nvSpPr>
          <p:cNvPr id="2" name="Google Shape;42;p29">
            <a:extLst>
              <a:ext uri="{FF2B5EF4-FFF2-40B4-BE49-F238E27FC236}">
                <a16:creationId xmlns:a16="http://schemas.microsoft.com/office/drawing/2014/main" id="{A7330BEB-90E1-D178-FCA6-F49B575CBE3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55696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nologi, sky og plattfor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BDF882CA-4B8B-95D1-99DA-78203CA8C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8" name="Plassholder for bilde 6">
            <a:extLst>
              <a:ext uri="{FF2B5EF4-FFF2-40B4-BE49-F238E27FC236}">
                <a16:creationId xmlns:a16="http://schemas.microsoft.com/office/drawing/2014/main" id="{24A94F8E-3AF7-70DE-CC06-1C2A558E93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6499" t="-25954" r="-8444" b="-16324"/>
          <a:stretch/>
        </p:blipFill>
        <p:spPr>
          <a:xfrm>
            <a:off x="7831015" y="1924799"/>
            <a:ext cx="3989567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5C988F-9718-6FAD-24E5-D2AD427D3D3A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Teknologi, sky og plattform</a:t>
            </a:r>
          </a:p>
        </p:txBody>
      </p:sp>
      <p:sp>
        <p:nvSpPr>
          <p:cNvPr id="2" name="Google Shape;42;p29">
            <a:extLst>
              <a:ext uri="{FF2B5EF4-FFF2-40B4-BE49-F238E27FC236}">
                <a16:creationId xmlns:a16="http://schemas.microsoft.com/office/drawing/2014/main" id="{11A6C1CE-5EE2-C2F4-7819-D54E3338805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3E954156-9ADA-FA5B-5CED-6ECC85CD8C57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16140706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formasjon og mennes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DE4B3B2C-9A3C-A053-F8AF-82C55B1629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9" name="Plassholder for bilde 6">
            <a:extLst>
              <a:ext uri="{FF2B5EF4-FFF2-40B4-BE49-F238E27FC236}">
                <a16:creationId xmlns:a16="http://schemas.microsoft.com/office/drawing/2014/main" id="{F2AFA83A-85D5-E5A5-3A6E-8FA7DB57EA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970" t="-2188" r="-13530" b="-2188"/>
          <a:stretch/>
        </p:blipFill>
        <p:spPr>
          <a:xfrm>
            <a:off x="8662105" y="1924799"/>
            <a:ext cx="305297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CED0EC-238B-6162-94C6-1429744A5DEE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Transformasjon og mennesker</a:t>
            </a:r>
          </a:p>
        </p:txBody>
      </p:sp>
      <p:sp>
        <p:nvSpPr>
          <p:cNvPr id="3" name="Google Shape;42;p29">
            <a:extLst>
              <a:ext uri="{FF2B5EF4-FFF2-40B4-BE49-F238E27FC236}">
                <a16:creationId xmlns:a16="http://schemas.microsoft.com/office/drawing/2014/main" id="{CC3304C8-A66F-F2F8-D3C0-358E496DF18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62236C50-1061-BB35-C50F-3AD4AFAC8F21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8903260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og A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3E5B2514-F7B8-C20C-7818-C5EC7F2B2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8" name="Plassholder for bilde 6">
            <a:extLst>
              <a:ext uri="{FF2B5EF4-FFF2-40B4-BE49-F238E27FC236}">
                <a16:creationId xmlns:a16="http://schemas.microsoft.com/office/drawing/2014/main" id="{FD20827C-1F74-FF4D-36AC-ACD5FEC6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6249" t="-5057" r="-8362" b="-5057"/>
          <a:stretch/>
        </p:blipFill>
        <p:spPr>
          <a:xfrm>
            <a:off x="8369027" y="1924799"/>
            <a:ext cx="305297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F46ABF-33C9-043C-69FD-3F34510042BA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Data og AI</a:t>
            </a:r>
          </a:p>
        </p:txBody>
      </p:sp>
      <p:sp>
        <p:nvSpPr>
          <p:cNvPr id="3" name="Google Shape;42;p29">
            <a:extLst>
              <a:ext uri="{FF2B5EF4-FFF2-40B4-BE49-F238E27FC236}">
                <a16:creationId xmlns:a16="http://schemas.microsoft.com/office/drawing/2014/main" id="{479DBAA8-5690-324B-A384-7E90899893B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DC7A8FDD-905A-E8BB-1C01-9AF305690B49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498534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sk IT - LÅ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4B60B838-32FC-A8D1-C13F-E635892BE5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8" name="Plassholder for bilde 6">
            <a:extLst>
              <a:ext uri="{FF2B5EF4-FFF2-40B4-BE49-F238E27FC236}">
                <a16:creationId xmlns:a16="http://schemas.microsoft.com/office/drawing/2014/main" id="{F28FA030-1DA2-11D8-964C-CB77CBBCE4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20043" t="-19343" r="-5005" b="-5343"/>
          <a:stretch/>
        </p:blipFill>
        <p:spPr>
          <a:xfrm>
            <a:off x="7596555" y="1924799"/>
            <a:ext cx="411852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5FE7BC-D53F-F76C-AC45-3AAE898F5EB2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Strategisk IT</a:t>
            </a:r>
          </a:p>
        </p:txBody>
      </p:sp>
      <p:sp>
        <p:nvSpPr>
          <p:cNvPr id="3" name="Google Shape;42;p29">
            <a:extLst>
              <a:ext uri="{FF2B5EF4-FFF2-40B4-BE49-F238E27FC236}">
                <a16:creationId xmlns:a16="http://schemas.microsoft.com/office/drawing/2014/main" id="{2C87154B-DDD8-2757-92E5-D1E3471362B7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EF2B84B7-6EEB-0E71-7CE0-2F26878902E4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38491044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Service area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F402FA6F-0D20-E4EE-3778-EDD67502EA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7" name="Grafikk 6">
            <a:extLst>
              <a:ext uri="{FF2B5EF4-FFF2-40B4-BE49-F238E27FC236}">
                <a16:creationId xmlns:a16="http://schemas.microsoft.com/office/drawing/2014/main" id="{9A21524B-00B2-5C26-A375-01089F0B20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16" y="2215664"/>
            <a:ext cx="2041768" cy="2041768"/>
          </a:xfrm>
          <a:prstGeom prst="rect">
            <a:avLst/>
          </a:prstGeom>
        </p:spPr>
      </p:pic>
      <p:pic>
        <p:nvPicPr>
          <p:cNvPr id="8" name="Grafikk 7">
            <a:extLst>
              <a:ext uri="{FF2B5EF4-FFF2-40B4-BE49-F238E27FC236}">
                <a16:creationId xmlns:a16="http://schemas.microsoft.com/office/drawing/2014/main" id="{7FA7634E-84AA-00B5-EB99-0D4BE2C5C5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8816" y="2215664"/>
            <a:ext cx="2041768" cy="2041768"/>
          </a:xfrm>
          <a:prstGeom prst="rect">
            <a:avLst/>
          </a:prstGeom>
        </p:spPr>
      </p:pic>
      <p:pic>
        <p:nvPicPr>
          <p:cNvPr id="9" name="Grafikk 8">
            <a:extLst>
              <a:ext uri="{FF2B5EF4-FFF2-40B4-BE49-F238E27FC236}">
                <a16:creationId xmlns:a16="http://schemas.microsoft.com/office/drawing/2014/main" id="{A6B89741-0B47-E6A4-0827-6D340F9F5A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57153" y="2215664"/>
            <a:ext cx="2041768" cy="2041768"/>
          </a:xfrm>
          <a:prstGeom prst="rect">
            <a:avLst/>
          </a:prstGeom>
        </p:spPr>
      </p:pic>
      <p:pic>
        <p:nvPicPr>
          <p:cNvPr id="10" name="Grafikk 9">
            <a:extLst>
              <a:ext uri="{FF2B5EF4-FFF2-40B4-BE49-F238E27FC236}">
                <a16:creationId xmlns:a16="http://schemas.microsoft.com/office/drawing/2014/main" id="{1AB603D7-8C0D-00EE-EF91-23FFF9083C0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75116" y="2215664"/>
            <a:ext cx="2041768" cy="2041768"/>
          </a:xfrm>
          <a:prstGeom prst="rect">
            <a:avLst/>
          </a:prstGeom>
        </p:spPr>
      </p:pic>
      <p:pic>
        <p:nvPicPr>
          <p:cNvPr id="11" name="Grafikk 10">
            <a:extLst>
              <a:ext uri="{FF2B5EF4-FFF2-40B4-BE49-F238E27FC236}">
                <a16:creationId xmlns:a16="http://schemas.microsoft.com/office/drawing/2014/main" id="{86AD9880-942C-DEDA-00D5-238A7A17D15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93079" y="2215664"/>
            <a:ext cx="2041768" cy="2041768"/>
          </a:xfrm>
          <a:prstGeom prst="rect">
            <a:avLst/>
          </a:prstGeom>
        </p:spPr>
      </p:pic>
      <p:sp>
        <p:nvSpPr>
          <p:cNvPr id="12" name="Tittel 1">
            <a:extLst>
              <a:ext uri="{FF2B5EF4-FFF2-40B4-BE49-F238E27FC236}">
                <a16:creationId xmlns:a16="http://schemas.microsoft.com/office/drawing/2014/main" id="{766B2FAE-5533-C05C-585A-E8A9D3CD9B28}"/>
              </a:ext>
            </a:extLst>
          </p:cNvPr>
          <p:cNvSpPr txBox="1">
            <a:spLocks/>
          </p:cNvSpPr>
          <p:nvPr userDrawn="1"/>
        </p:nvSpPr>
        <p:spPr>
          <a:xfrm>
            <a:off x="371416" y="4401803"/>
            <a:ext cx="204176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nb-NO" sz="18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nb-NO" sz="18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  <a:endParaRPr lang="nb-NO" sz="1800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tel 1">
            <a:extLst>
              <a:ext uri="{FF2B5EF4-FFF2-40B4-BE49-F238E27FC236}">
                <a16:creationId xmlns:a16="http://schemas.microsoft.com/office/drawing/2014/main" id="{A47ECDD3-44C9-F069-0964-2B57CAC2AB3D}"/>
              </a:ext>
            </a:extLst>
          </p:cNvPr>
          <p:cNvSpPr txBox="1">
            <a:spLocks/>
          </p:cNvSpPr>
          <p:nvPr userDrawn="1"/>
        </p:nvSpPr>
        <p:spPr>
          <a:xfrm>
            <a:off x="2716031" y="4401804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Technology, </a:t>
            </a:r>
            <a:r>
              <a:rPr lang="nb-NO" sz="18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nb-NO" sz="18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endParaRPr lang="nb-NO" sz="1800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tel 1">
            <a:extLst>
              <a:ext uri="{FF2B5EF4-FFF2-40B4-BE49-F238E27FC236}">
                <a16:creationId xmlns:a16="http://schemas.microsoft.com/office/drawing/2014/main" id="{1168D488-BA0F-34F3-C228-4D520A5CE991}"/>
              </a:ext>
            </a:extLst>
          </p:cNvPr>
          <p:cNvSpPr txBox="1">
            <a:spLocks/>
          </p:cNvSpPr>
          <p:nvPr userDrawn="1"/>
        </p:nvSpPr>
        <p:spPr>
          <a:xfrm>
            <a:off x="5042962" y="4401804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and AI</a:t>
            </a:r>
          </a:p>
        </p:txBody>
      </p:sp>
      <p:sp>
        <p:nvSpPr>
          <p:cNvPr id="15" name="Tittel 1">
            <a:extLst>
              <a:ext uri="{FF2B5EF4-FFF2-40B4-BE49-F238E27FC236}">
                <a16:creationId xmlns:a16="http://schemas.microsoft.com/office/drawing/2014/main" id="{39DBEDD2-FFAE-5A86-1832-797519E628AD}"/>
              </a:ext>
            </a:extLst>
          </p:cNvPr>
          <p:cNvSpPr txBox="1">
            <a:spLocks/>
          </p:cNvSpPr>
          <p:nvPr userDrawn="1"/>
        </p:nvSpPr>
        <p:spPr>
          <a:xfrm>
            <a:off x="7387577" y="4401804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nb-NO" sz="18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endParaRPr lang="nb-NO" sz="1800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tel 1">
            <a:extLst>
              <a:ext uri="{FF2B5EF4-FFF2-40B4-BE49-F238E27FC236}">
                <a16:creationId xmlns:a16="http://schemas.microsoft.com/office/drawing/2014/main" id="{9799FEB9-E0B1-276D-E02A-39AAC3E08DAE}"/>
              </a:ext>
            </a:extLst>
          </p:cNvPr>
          <p:cNvSpPr txBox="1">
            <a:spLocks/>
          </p:cNvSpPr>
          <p:nvPr userDrawn="1"/>
        </p:nvSpPr>
        <p:spPr>
          <a:xfrm>
            <a:off x="9720470" y="4436973"/>
            <a:ext cx="2041768" cy="59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 u="none" strike="noStrike" cap="none">
                <a:solidFill>
                  <a:schemeClr val="bg2"/>
                </a:solidFill>
                <a:latin typeface="DM Sans 14pt" pitchFamily="2" charset="77"/>
                <a:ea typeface="DM Sans 14pt" pitchFamily="2" charset="77"/>
                <a:cs typeface="DM Sans 14pt" pitchFamily="2" charset="77"/>
                <a:sym typeface="Manrope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Strategic </a:t>
            </a:r>
          </a:p>
          <a:p>
            <a:pPr algn="ctr">
              <a:lnSpc>
                <a:spcPct val="100000"/>
              </a:lnSpc>
            </a:pPr>
            <a:r>
              <a:rPr lang="nb-NO" sz="1800" b="0" i="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</a:p>
        </p:txBody>
      </p:sp>
      <p:sp>
        <p:nvSpPr>
          <p:cNvPr id="2" name="TekstSylinder 8">
            <a:extLst>
              <a:ext uri="{FF2B5EF4-FFF2-40B4-BE49-F238E27FC236}">
                <a16:creationId xmlns:a16="http://schemas.microsoft.com/office/drawing/2014/main" id="{9A20925E-7608-D4A7-EFEA-354D30A500CA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1858983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Experience and 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C43E9EFA-0294-F3A9-726E-522202C61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7" name="Plassholder for bilde 6">
            <a:extLst>
              <a:ext uri="{FF2B5EF4-FFF2-40B4-BE49-F238E27FC236}">
                <a16:creationId xmlns:a16="http://schemas.microsoft.com/office/drawing/2014/main" id="{9DA9D5D9-401D-B121-4B67-9ED9847ABC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4928" t="-18372" r="-6413" b="-9704"/>
          <a:stretch/>
        </p:blipFill>
        <p:spPr>
          <a:xfrm>
            <a:off x="8767612" y="1924799"/>
            <a:ext cx="305297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962550-D92E-B9E1-AB74-A8AEF0D52736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User Experience and innovation</a:t>
            </a:r>
          </a:p>
        </p:txBody>
      </p:sp>
      <p:sp>
        <p:nvSpPr>
          <p:cNvPr id="2" name="Google Shape;42;p29">
            <a:extLst>
              <a:ext uri="{FF2B5EF4-FFF2-40B4-BE49-F238E27FC236}">
                <a16:creationId xmlns:a16="http://schemas.microsoft.com/office/drawing/2014/main" id="{E15AFFE3-D4DD-3C4F-16E5-678B8E475F6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FD2630D0-ED0A-047B-2E4A-4089FA540541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22470777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nology, cloud and platfor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BDF882CA-4B8B-95D1-99DA-78203CA8C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8" name="Plassholder for bilde 6">
            <a:extLst>
              <a:ext uri="{FF2B5EF4-FFF2-40B4-BE49-F238E27FC236}">
                <a16:creationId xmlns:a16="http://schemas.microsoft.com/office/drawing/2014/main" id="{24A94F8E-3AF7-70DE-CC06-1C2A558E93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6499" t="-25954" r="-8444" b="-16324"/>
          <a:stretch/>
        </p:blipFill>
        <p:spPr>
          <a:xfrm>
            <a:off x="7831015" y="1924799"/>
            <a:ext cx="3989567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5C988F-9718-6FAD-24E5-D2AD427D3D3A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Technology, Cloud and platform</a:t>
            </a:r>
          </a:p>
        </p:txBody>
      </p:sp>
      <p:sp>
        <p:nvSpPr>
          <p:cNvPr id="2" name="Google Shape;42;p29">
            <a:extLst>
              <a:ext uri="{FF2B5EF4-FFF2-40B4-BE49-F238E27FC236}">
                <a16:creationId xmlns:a16="http://schemas.microsoft.com/office/drawing/2014/main" id="{F629D59D-2C4E-593F-E9CE-1CA95A5F4856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2CCA74EC-56EC-BE01-5EAE-838067F1D517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41537775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formation and peo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DE4B3B2C-9A3C-A053-F8AF-82C55B1629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9" name="Plassholder for bilde 6">
            <a:extLst>
              <a:ext uri="{FF2B5EF4-FFF2-40B4-BE49-F238E27FC236}">
                <a16:creationId xmlns:a16="http://schemas.microsoft.com/office/drawing/2014/main" id="{F2AFA83A-85D5-E5A5-3A6E-8FA7DB57EA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970" t="-2188" r="-13530" b="-2188"/>
          <a:stretch/>
        </p:blipFill>
        <p:spPr>
          <a:xfrm>
            <a:off x="8662105" y="1924799"/>
            <a:ext cx="305297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CED0EC-238B-6162-94C6-1429744A5DEE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Transformation and people</a:t>
            </a:r>
          </a:p>
        </p:txBody>
      </p:sp>
      <p:sp>
        <p:nvSpPr>
          <p:cNvPr id="3" name="Google Shape;42;p29">
            <a:extLst>
              <a:ext uri="{FF2B5EF4-FFF2-40B4-BE49-F238E27FC236}">
                <a16:creationId xmlns:a16="http://schemas.microsoft.com/office/drawing/2014/main" id="{53702BB3-15BC-7F42-9EA0-690156F0D4C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20530CCC-A2E9-E378-0A8C-70B2B65F9E7F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17072440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A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3E5B2514-F7B8-C20C-7818-C5EC7F2B2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8" name="Plassholder for bilde 6">
            <a:extLst>
              <a:ext uri="{FF2B5EF4-FFF2-40B4-BE49-F238E27FC236}">
                <a16:creationId xmlns:a16="http://schemas.microsoft.com/office/drawing/2014/main" id="{FD20827C-1F74-FF4D-36AC-ACD5FEC6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6249" t="-5057" r="-8362" b="-5057"/>
          <a:stretch/>
        </p:blipFill>
        <p:spPr>
          <a:xfrm>
            <a:off x="8369027" y="1924799"/>
            <a:ext cx="305297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F46ABF-33C9-043C-69FD-3F34510042BA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Data and AI</a:t>
            </a:r>
          </a:p>
        </p:txBody>
      </p:sp>
      <p:sp>
        <p:nvSpPr>
          <p:cNvPr id="3" name="Google Shape;42;p29">
            <a:extLst>
              <a:ext uri="{FF2B5EF4-FFF2-40B4-BE49-F238E27FC236}">
                <a16:creationId xmlns:a16="http://schemas.microsoft.com/office/drawing/2014/main" id="{02DCAE0A-D9AF-77C4-A472-17EE575727E1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4" name="TekstSylinder 8">
            <a:extLst>
              <a:ext uri="{FF2B5EF4-FFF2-40B4-BE49-F238E27FC236}">
                <a16:creationId xmlns:a16="http://schemas.microsoft.com/office/drawing/2014/main" id="{F536680E-C561-CC77-CB8D-6729751ED41B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2711098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c A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4B60B838-32FC-A8D1-C13F-E635892BE5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pic>
        <p:nvPicPr>
          <p:cNvPr id="8" name="Plassholder for bilde 6">
            <a:extLst>
              <a:ext uri="{FF2B5EF4-FFF2-40B4-BE49-F238E27FC236}">
                <a16:creationId xmlns:a16="http://schemas.microsoft.com/office/drawing/2014/main" id="{F28FA030-1DA2-11D8-964C-CB77CBBCE4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20043" t="-19343" r="-5005" b="-5343"/>
          <a:stretch/>
        </p:blipFill>
        <p:spPr>
          <a:xfrm>
            <a:off x="7596555" y="1924799"/>
            <a:ext cx="4118520" cy="30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5FE7BC-D53F-F76C-AC45-3AAE898F5EB2}"/>
              </a:ext>
            </a:extLst>
          </p:cNvPr>
          <p:cNvSpPr txBox="1"/>
          <p:nvPr userDrawn="1"/>
        </p:nvSpPr>
        <p:spPr>
          <a:xfrm>
            <a:off x="274545" y="2439545"/>
            <a:ext cx="7281533" cy="21132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NO" sz="7000" b="0" i="0" dirty="0">
                <a:solidFill>
                  <a:schemeClr val="bg2"/>
                </a:solidFill>
                <a:latin typeface="Vani" panose="02040502050405020303" pitchFamily="18" charset="0"/>
                <a:cs typeface="Diwan Kufi" pitchFamily="2" charset="-78"/>
              </a:rPr>
              <a:t>Strategic IT</a:t>
            </a:r>
          </a:p>
        </p:txBody>
      </p:sp>
      <p:sp>
        <p:nvSpPr>
          <p:cNvPr id="4" name="Google Shape;42;p29">
            <a:extLst>
              <a:ext uri="{FF2B5EF4-FFF2-40B4-BE49-F238E27FC236}">
                <a16:creationId xmlns:a16="http://schemas.microsoft.com/office/drawing/2014/main" id="{044E64E6-0EB5-BDFD-53B2-D45EAC1B205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74545" y="5614768"/>
            <a:ext cx="8918376" cy="7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3" name="TekstSylinder 8">
            <a:extLst>
              <a:ext uri="{FF2B5EF4-FFF2-40B4-BE49-F238E27FC236}">
                <a16:creationId xmlns:a16="http://schemas.microsoft.com/office/drawing/2014/main" id="{F0717B09-A658-8ABD-2C33-E1C7D88B08A0}"/>
              </a:ext>
            </a:extLst>
          </p:cNvPr>
          <p:cNvSpPr txBox="1"/>
          <p:nvPr userDrawn="1"/>
        </p:nvSpPr>
        <p:spPr>
          <a:xfrm>
            <a:off x="274545" y="337479"/>
            <a:ext cx="7169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nb-NO" sz="2800" b="0" i="0" dirty="0">
                <a:solidFill>
                  <a:schemeClr val="bg2"/>
                </a:solidFill>
                <a:latin typeface="Arial" panose="020B0604020202020204" pitchFamily="34" charset="0"/>
              </a:rPr>
              <a:t>Tjenesteområde</a:t>
            </a:r>
          </a:p>
        </p:txBody>
      </p:sp>
    </p:spTree>
    <p:extLst>
      <p:ext uri="{BB962C8B-B14F-4D97-AF65-F5344CB8AC3E}">
        <p14:creationId xmlns:p14="http://schemas.microsoft.com/office/powerpoint/2010/main" val="35871454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 areas (Original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006A0891-D4AB-678B-CBBF-BDA06BDFB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11969" y="463032"/>
            <a:ext cx="908613" cy="281376"/>
          </a:xfrm>
          <a:prstGeom prst="rect">
            <a:avLst/>
          </a:prstGeom>
        </p:spPr>
      </p:pic>
      <p:sp>
        <p:nvSpPr>
          <p:cNvPr id="7" name="Google Shape;41;p29">
            <a:extLst>
              <a:ext uri="{FF2B5EF4-FFF2-40B4-BE49-F238E27FC236}">
                <a16:creationId xmlns:a16="http://schemas.microsoft.com/office/drawing/2014/main" id="{DAB6D835-D988-FA2E-4017-B324947C27D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4" y="2152731"/>
            <a:ext cx="7484961" cy="25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E8DC"/>
              </a:buClr>
              <a:buSzPts val="2800"/>
              <a:buFont typeface="Manrope SemiBold"/>
              <a:buNone/>
              <a:defRPr sz="7000" b="0" i="0">
                <a:solidFill>
                  <a:schemeClr val="bg2"/>
                </a:solidFill>
                <a:latin typeface="Vani" panose="02040502050405020303" pitchFamily="18" charset="0"/>
                <a:ea typeface="Vani" panose="02040502050405020303" pitchFamily="18" charset="0"/>
                <a:cs typeface="Vani" panose="02040502050405020303" pitchFamily="18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title</a:t>
            </a:r>
            <a:endParaRPr dirty="0"/>
          </a:p>
        </p:txBody>
      </p:sp>
      <p:sp>
        <p:nvSpPr>
          <p:cNvPr id="8" name="Google Shape;42;p29">
            <a:extLst>
              <a:ext uri="{FF2B5EF4-FFF2-40B4-BE49-F238E27FC236}">
                <a16:creationId xmlns:a16="http://schemas.microsoft.com/office/drawing/2014/main" id="{86798649-DB67-CCC5-2321-B2FC26AC595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371415" y="5714787"/>
            <a:ext cx="8821506" cy="48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subtitle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B2144028-C2FC-F8F6-7301-1D37D70767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67612" y="1924799"/>
            <a:ext cx="3052970" cy="3008402"/>
          </a:xfrm>
          <a:prstGeom prst="rect">
            <a:avLst/>
          </a:prstGeom>
        </p:spPr>
        <p:txBody>
          <a:bodyPr anchor="ctr"/>
          <a:lstStyle>
            <a:lvl1pPr marL="137160" indent="0" algn="ctr">
              <a:buNone/>
              <a:defRPr lang="en-GB" b="0" i="0" smtClean="0">
                <a:effectLst/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br>
              <a:rPr lang="en-GB" dirty="0"/>
            </a:br>
            <a:r>
              <a:rPr lang="en-GB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Click to insert image</a:t>
            </a:r>
            <a:endParaRPr lang="nb-NO" dirty="0"/>
          </a:p>
        </p:txBody>
      </p:sp>
      <p:sp>
        <p:nvSpPr>
          <p:cNvPr id="10" name="Google Shape;42;p29">
            <a:extLst>
              <a:ext uri="{FF2B5EF4-FFF2-40B4-BE49-F238E27FC236}">
                <a16:creationId xmlns:a16="http://schemas.microsoft.com/office/drawing/2014/main" id="{37DEBFED-C41F-588C-7183-23EF09F84856}"/>
              </a:ext>
            </a:extLst>
          </p:cNvPr>
          <p:cNvSpPr txBox="1">
            <a:spLocks noGrp="1"/>
          </p:cNvSpPr>
          <p:nvPr>
            <p:ph type="body" idx="11" hasCustomPrompt="1"/>
          </p:nvPr>
        </p:nvSpPr>
        <p:spPr>
          <a:xfrm>
            <a:off x="371415" y="304862"/>
            <a:ext cx="8821506" cy="48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E8DC"/>
              </a:buClr>
              <a:buSzPts val="1280"/>
              <a:buFont typeface="Arial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"/>
              </a:defRPr>
            </a:lvl1pPr>
            <a:lvl2pPr marL="914400" lvl="1" indent="-32004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2003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Char char="•"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a </a:t>
            </a:r>
            <a:r>
              <a:rPr lang="nb-NO" dirty="0" err="1"/>
              <a:t>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096479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k 5">
            <a:extLst>
              <a:ext uri="{FF2B5EF4-FFF2-40B4-BE49-F238E27FC236}">
                <a16:creationId xmlns:a16="http://schemas.microsoft.com/office/drawing/2014/main" id="{98ACF49B-C9CD-42E0-9304-890DB9951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15" y="80892"/>
            <a:ext cx="11982615" cy="6699957"/>
          </a:xfrm>
          <a:prstGeom prst="rect">
            <a:avLst/>
          </a:prstGeom>
        </p:spPr>
      </p:pic>
      <p:sp>
        <p:nvSpPr>
          <p:cNvPr id="21" name="Google Shape;46;p67">
            <a:extLst>
              <a:ext uri="{FF2B5EF4-FFF2-40B4-BE49-F238E27FC236}">
                <a16:creationId xmlns:a16="http://schemas.microsoft.com/office/drawing/2014/main" id="{3741B674-CE54-5C78-1A4E-1E6F28E3FC6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6" y="317531"/>
            <a:ext cx="9865888" cy="54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/>
              <a:t>Presentation </a:t>
            </a:r>
            <a:r>
              <a:rPr lang="nb-NO" dirty="0" err="1"/>
              <a:t>of</a:t>
            </a:r>
            <a:r>
              <a:rPr lang="nb-NO" dirty="0"/>
              <a:t> team 1-3 pers –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dirty="0"/>
          </a:p>
        </p:txBody>
      </p:sp>
      <p:sp>
        <p:nvSpPr>
          <p:cNvPr id="22" name="Plassholder for bilde 45">
            <a:extLst>
              <a:ext uri="{FF2B5EF4-FFF2-40B4-BE49-F238E27FC236}">
                <a16:creationId xmlns:a16="http://schemas.microsoft.com/office/drawing/2014/main" id="{620F5BBC-8280-E501-BE02-462D3A27816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04893" y="1545604"/>
            <a:ext cx="2763657" cy="2763656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consultant</a:t>
            </a:r>
            <a:r>
              <a:rPr lang="nb-NO" dirty="0"/>
              <a:t> image</a:t>
            </a:r>
          </a:p>
        </p:txBody>
      </p:sp>
      <p:sp>
        <p:nvSpPr>
          <p:cNvPr id="23" name="Plassholder for bilde 45">
            <a:extLst>
              <a:ext uri="{FF2B5EF4-FFF2-40B4-BE49-F238E27FC236}">
                <a16:creationId xmlns:a16="http://schemas.microsoft.com/office/drawing/2014/main" id="{E2A14069-E997-B565-9529-8257DDD2A2D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81311" y="1545604"/>
            <a:ext cx="2763657" cy="2763656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consultant</a:t>
            </a:r>
            <a:r>
              <a:rPr lang="nb-NO" dirty="0"/>
              <a:t> image</a:t>
            </a:r>
          </a:p>
        </p:txBody>
      </p:sp>
      <p:sp>
        <p:nvSpPr>
          <p:cNvPr id="24" name="Plassholder for tekst 27">
            <a:extLst>
              <a:ext uri="{FF2B5EF4-FFF2-40B4-BE49-F238E27FC236}">
                <a16:creationId xmlns:a16="http://schemas.microsoft.com/office/drawing/2014/main" id="{3F35DEA3-31BC-884B-5B9B-AF0369D454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75728" y="4787735"/>
            <a:ext cx="3154709" cy="3337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9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25" name="Plassholder for bilde 45">
            <a:extLst>
              <a:ext uri="{FF2B5EF4-FFF2-40B4-BE49-F238E27FC236}">
                <a16:creationId xmlns:a16="http://schemas.microsoft.com/office/drawing/2014/main" id="{F3A6D8F5-177A-B3B9-FF25-63E8184C695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635990" y="1545603"/>
            <a:ext cx="2763657" cy="2763656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consultant</a:t>
            </a:r>
            <a:r>
              <a:rPr lang="nb-NO" dirty="0"/>
              <a:t> image</a:t>
            </a:r>
          </a:p>
        </p:txBody>
      </p:sp>
      <p:sp>
        <p:nvSpPr>
          <p:cNvPr id="26" name="Plassholder for tekst 27">
            <a:extLst>
              <a:ext uri="{FF2B5EF4-FFF2-40B4-BE49-F238E27FC236}">
                <a16:creationId xmlns:a16="http://schemas.microsoft.com/office/drawing/2014/main" id="{CE81B666-A73B-6754-814D-96968466FE6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9450" y="5292353"/>
            <a:ext cx="2424671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27" name="Plassholder for tekst 27">
            <a:extLst>
              <a:ext uri="{FF2B5EF4-FFF2-40B4-BE49-F238E27FC236}">
                <a16:creationId xmlns:a16="http://schemas.microsoft.com/office/drawing/2014/main" id="{7F7B9056-DE3B-FCBD-2888-85CCB4FE7C2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518645" y="4787735"/>
            <a:ext cx="3154709" cy="3337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9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28" name="Plassholder for tekst 27">
            <a:extLst>
              <a:ext uri="{FF2B5EF4-FFF2-40B4-BE49-F238E27FC236}">
                <a16:creationId xmlns:a16="http://schemas.microsoft.com/office/drawing/2014/main" id="{D7845AE3-6329-A7A3-2B94-529DDBC41A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892367" y="5292353"/>
            <a:ext cx="2424671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29" name="Plassholder for tekst 27">
            <a:extLst>
              <a:ext uri="{FF2B5EF4-FFF2-40B4-BE49-F238E27FC236}">
                <a16:creationId xmlns:a16="http://schemas.microsoft.com/office/drawing/2014/main" id="{FBF97189-73D8-AC6A-BDFE-2001F095426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492113" y="4787735"/>
            <a:ext cx="3154709" cy="3337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9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30" name="Plassholder for tekst 27">
            <a:extLst>
              <a:ext uri="{FF2B5EF4-FFF2-40B4-BE49-F238E27FC236}">
                <a16:creationId xmlns:a16="http://schemas.microsoft.com/office/drawing/2014/main" id="{7013ABE3-6857-B5D5-DCBA-1C567750C16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865835" y="5292353"/>
            <a:ext cx="2424671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31" name="Plassholder for tekst 27">
            <a:extLst>
              <a:ext uri="{FF2B5EF4-FFF2-40B4-BE49-F238E27FC236}">
                <a16:creationId xmlns:a16="http://schemas.microsoft.com/office/drawing/2014/main" id="{CA277C9A-7693-391B-C4FF-D301882BD99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8817" y="4480870"/>
            <a:ext cx="2424671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  <p:sp>
        <p:nvSpPr>
          <p:cNvPr id="32" name="Plassholder for tekst 27">
            <a:extLst>
              <a:ext uri="{FF2B5EF4-FFF2-40B4-BE49-F238E27FC236}">
                <a16:creationId xmlns:a16="http://schemas.microsoft.com/office/drawing/2014/main" id="{4F06BF41-7E1D-2AA7-D02F-4C9FA2600E1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881734" y="4480870"/>
            <a:ext cx="2424671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Tx/>
              <a:buNone/>
              <a:tabLst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  <p:sp>
        <p:nvSpPr>
          <p:cNvPr id="33" name="Plassholder for tekst 27">
            <a:extLst>
              <a:ext uri="{FF2B5EF4-FFF2-40B4-BE49-F238E27FC236}">
                <a16:creationId xmlns:a16="http://schemas.microsoft.com/office/drawing/2014/main" id="{106373E4-DA99-4654-BB9B-FE514ECEA12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55202" y="4480870"/>
            <a:ext cx="2424671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169796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800F80ED-FA6C-5026-6F20-F018EBE26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15" y="80892"/>
            <a:ext cx="11982615" cy="6699957"/>
          </a:xfrm>
          <a:prstGeom prst="rect">
            <a:avLst/>
          </a:prstGeom>
        </p:spPr>
      </p:pic>
      <p:sp>
        <p:nvSpPr>
          <p:cNvPr id="7" name="Google Shape;46;p67">
            <a:extLst>
              <a:ext uri="{FF2B5EF4-FFF2-40B4-BE49-F238E27FC236}">
                <a16:creationId xmlns:a16="http://schemas.microsoft.com/office/drawing/2014/main" id="{CB8538E3-9D82-0D4A-519D-2FF4E4B9021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1416" y="317531"/>
            <a:ext cx="9865888" cy="54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30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/>
              <a:t>Presentation </a:t>
            </a:r>
            <a:r>
              <a:rPr lang="nb-NO" dirty="0" err="1"/>
              <a:t>of</a:t>
            </a:r>
            <a:r>
              <a:rPr lang="nb-NO" dirty="0"/>
              <a:t> team 1-5 pers –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dirty="0"/>
          </a:p>
        </p:txBody>
      </p:sp>
      <p:sp>
        <p:nvSpPr>
          <p:cNvPr id="8" name="Plassholder for bilde 45">
            <a:extLst>
              <a:ext uri="{FF2B5EF4-FFF2-40B4-BE49-F238E27FC236}">
                <a16:creationId xmlns:a16="http://schemas.microsoft.com/office/drawing/2014/main" id="{625FD678-5C8C-22A6-B12B-30AE56FCE65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29935" y="2009267"/>
            <a:ext cx="1932130" cy="193212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9" name="Plassholder for tekst 27">
            <a:extLst>
              <a:ext uri="{FF2B5EF4-FFF2-40B4-BE49-F238E27FC236}">
                <a16:creationId xmlns:a16="http://schemas.microsoft.com/office/drawing/2014/main" id="{595179D3-3664-ABC3-A6CF-8AF88FE9FD8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125182" y="4421822"/>
            <a:ext cx="2010986" cy="5242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10" name="Plassholder for tekst 27">
            <a:extLst>
              <a:ext uri="{FF2B5EF4-FFF2-40B4-BE49-F238E27FC236}">
                <a16:creationId xmlns:a16="http://schemas.microsoft.com/office/drawing/2014/main" id="{5383CF40-0F0D-2901-1446-E7A3DA81C81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25181" y="5072484"/>
            <a:ext cx="2010987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11" name="Plassholder for tekst 27">
            <a:extLst>
              <a:ext uri="{FF2B5EF4-FFF2-40B4-BE49-F238E27FC236}">
                <a16:creationId xmlns:a16="http://schemas.microsoft.com/office/drawing/2014/main" id="{B1053BC7-EFD5-AC54-8F49-7E016EFE220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29934" y="4217335"/>
            <a:ext cx="1969181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  <p:sp>
        <p:nvSpPr>
          <p:cNvPr id="12" name="Plassholder for bilde 45">
            <a:extLst>
              <a:ext uri="{FF2B5EF4-FFF2-40B4-BE49-F238E27FC236}">
                <a16:creationId xmlns:a16="http://schemas.microsoft.com/office/drawing/2014/main" id="{96CBEA25-D5B8-1E9F-FEE1-36159DC7BE11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15969" y="2009267"/>
            <a:ext cx="1932130" cy="193212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3" name="Plassholder for tekst 27">
            <a:extLst>
              <a:ext uri="{FF2B5EF4-FFF2-40B4-BE49-F238E27FC236}">
                <a16:creationId xmlns:a16="http://schemas.microsoft.com/office/drawing/2014/main" id="{D8D91E0A-3AD3-1E60-2AF8-02BC913CF83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811216" y="4421822"/>
            <a:ext cx="2010986" cy="5242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14" name="Plassholder for tekst 27">
            <a:extLst>
              <a:ext uri="{FF2B5EF4-FFF2-40B4-BE49-F238E27FC236}">
                <a16:creationId xmlns:a16="http://schemas.microsoft.com/office/drawing/2014/main" id="{32126133-1F4F-618E-B79E-7CA06252348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811215" y="5072484"/>
            <a:ext cx="2010987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15" name="Plassholder for tekst 27">
            <a:extLst>
              <a:ext uri="{FF2B5EF4-FFF2-40B4-BE49-F238E27FC236}">
                <a16:creationId xmlns:a16="http://schemas.microsoft.com/office/drawing/2014/main" id="{3E3ED092-4232-9876-F730-B9A74459688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21840" y="4217335"/>
            <a:ext cx="1963309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  <p:sp>
        <p:nvSpPr>
          <p:cNvPr id="16" name="Plassholder for bilde 45">
            <a:extLst>
              <a:ext uri="{FF2B5EF4-FFF2-40B4-BE49-F238E27FC236}">
                <a16:creationId xmlns:a16="http://schemas.microsoft.com/office/drawing/2014/main" id="{4E5CB00F-F602-6B6F-D94C-AB9484E670A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42783" y="2009267"/>
            <a:ext cx="1932130" cy="193212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17" name="Plassholder for tekst 27">
            <a:extLst>
              <a:ext uri="{FF2B5EF4-FFF2-40B4-BE49-F238E27FC236}">
                <a16:creationId xmlns:a16="http://schemas.microsoft.com/office/drawing/2014/main" id="{A8EE4F3D-8A87-38B8-5ADE-209050A9370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438030" y="4421822"/>
            <a:ext cx="2010986" cy="5242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18" name="Plassholder for tekst 27">
            <a:extLst>
              <a:ext uri="{FF2B5EF4-FFF2-40B4-BE49-F238E27FC236}">
                <a16:creationId xmlns:a16="http://schemas.microsoft.com/office/drawing/2014/main" id="{F3FB9CF0-5EF1-F81D-F36A-94F92821D81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438029" y="5072484"/>
            <a:ext cx="2010987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19" name="Plassholder for tekst 27">
            <a:extLst>
              <a:ext uri="{FF2B5EF4-FFF2-40B4-BE49-F238E27FC236}">
                <a16:creationId xmlns:a16="http://schemas.microsoft.com/office/drawing/2014/main" id="{EC246A09-4601-03A5-6135-EF08AE19AD8B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442782" y="4217335"/>
            <a:ext cx="1969181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  <p:sp>
        <p:nvSpPr>
          <p:cNvPr id="20" name="Plassholder for bilde 45">
            <a:extLst>
              <a:ext uri="{FF2B5EF4-FFF2-40B4-BE49-F238E27FC236}">
                <a16:creationId xmlns:a16="http://schemas.microsoft.com/office/drawing/2014/main" id="{B15B5C2F-903E-9757-3C9B-8E34886B1BDA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726039" y="2009267"/>
            <a:ext cx="1932130" cy="193212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21" name="Plassholder for tekst 27">
            <a:extLst>
              <a:ext uri="{FF2B5EF4-FFF2-40B4-BE49-F238E27FC236}">
                <a16:creationId xmlns:a16="http://schemas.microsoft.com/office/drawing/2014/main" id="{03D26C84-57B0-3D07-E0E5-EB85E98E93A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721286" y="4421822"/>
            <a:ext cx="2010986" cy="5242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22" name="Plassholder for tekst 27">
            <a:extLst>
              <a:ext uri="{FF2B5EF4-FFF2-40B4-BE49-F238E27FC236}">
                <a16:creationId xmlns:a16="http://schemas.microsoft.com/office/drawing/2014/main" id="{896CBB99-3FD6-88ED-3165-9D080563B1C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721285" y="5072484"/>
            <a:ext cx="2010987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23" name="Plassholder for tekst 27">
            <a:extLst>
              <a:ext uri="{FF2B5EF4-FFF2-40B4-BE49-F238E27FC236}">
                <a16:creationId xmlns:a16="http://schemas.microsoft.com/office/drawing/2014/main" id="{6D4CAC52-BFF9-9044-DA70-739293220FB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726038" y="4217335"/>
            <a:ext cx="1969181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  <p:sp>
        <p:nvSpPr>
          <p:cNvPr id="24" name="Plassholder for bilde 45">
            <a:extLst>
              <a:ext uri="{FF2B5EF4-FFF2-40B4-BE49-F238E27FC236}">
                <a16:creationId xmlns:a16="http://schemas.microsoft.com/office/drawing/2014/main" id="{A7C0A2ED-5602-3889-971E-69B61E98DA52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459729" y="2009267"/>
            <a:ext cx="1932130" cy="193212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25" name="Plassholder for tekst 27">
            <a:extLst>
              <a:ext uri="{FF2B5EF4-FFF2-40B4-BE49-F238E27FC236}">
                <a16:creationId xmlns:a16="http://schemas.microsoft.com/office/drawing/2014/main" id="{2910F44E-4D56-5F77-40F2-96530EDC861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54976" y="4421822"/>
            <a:ext cx="2010986" cy="5242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Name</a:t>
            </a:r>
            <a:endParaRPr lang="nb-NO" dirty="0"/>
          </a:p>
        </p:txBody>
      </p:sp>
      <p:sp>
        <p:nvSpPr>
          <p:cNvPr id="26" name="Plassholder for tekst 27">
            <a:extLst>
              <a:ext uri="{FF2B5EF4-FFF2-40B4-BE49-F238E27FC236}">
                <a16:creationId xmlns:a16="http://schemas.microsoft.com/office/drawing/2014/main" id="{51AE3263-80F0-7026-F7D5-FE31A0C053F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54975" y="5072484"/>
            <a:ext cx="2010987" cy="8015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position</a:t>
            </a:r>
            <a:r>
              <a:rPr lang="nb-NO" dirty="0"/>
              <a:t> </a:t>
            </a:r>
            <a:r>
              <a:rPr lang="nb-NO" dirty="0" err="1"/>
              <a:t>title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27" name="Plassholder for tekst 27">
            <a:extLst>
              <a:ext uri="{FF2B5EF4-FFF2-40B4-BE49-F238E27FC236}">
                <a16:creationId xmlns:a16="http://schemas.microsoft.com/office/drawing/2014/main" id="{0BFAAED7-71C6-35C5-D1FB-EC976B77762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59728" y="4217335"/>
            <a:ext cx="2010987" cy="303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1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nb-NO" dirty="0"/>
              <a:t>Senior/junior </a:t>
            </a:r>
            <a:r>
              <a:rPr lang="nb-NO" dirty="0" err="1"/>
              <a:t>consultant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85077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177C7082-8387-FA33-5793-F77F301D3A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90" y="6159119"/>
            <a:ext cx="6212186" cy="4617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000" b="0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Skriv inn hvilke fagområder/metoder konsulenten benyttet i prosjektet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ABFFA86-EF38-99F9-506F-84A26BB998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4089" y="4920587"/>
            <a:ext cx="6212186" cy="10147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Skriv inn din tekst her</a:t>
            </a:r>
          </a:p>
        </p:txBody>
      </p:sp>
      <p:sp>
        <p:nvSpPr>
          <p:cNvPr id="8" name="Plassholder for tekst 3">
            <a:extLst>
              <a:ext uri="{FF2B5EF4-FFF2-40B4-BE49-F238E27FC236}">
                <a16:creationId xmlns:a16="http://schemas.microsoft.com/office/drawing/2014/main" id="{BAC52D2C-BDBD-7364-436D-C42B39F3D3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6239" y="3340784"/>
            <a:ext cx="6099176" cy="1018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Skriv inn ditt svar her</a:t>
            </a:r>
          </a:p>
        </p:txBody>
      </p:sp>
      <p:sp>
        <p:nvSpPr>
          <p:cNvPr id="9" name="Google Shape;48;p68">
            <a:extLst>
              <a:ext uri="{FF2B5EF4-FFF2-40B4-BE49-F238E27FC236}">
                <a16:creationId xmlns:a16="http://schemas.microsoft.com/office/drawing/2014/main" id="{CC7D3D39-3E04-AC95-8958-D2A68E5624BD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6687647" y="253207"/>
            <a:ext cx="5250253" cy="63676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r>
              <a:rPr lang="nb-NO" dirty="0"/>
              <a:t>Legg inn et prosjektbilde her. </a:t>
            </a:r>
          </a:p>
        </p:txBody>
      </p:sp>
      <p:sp>
        <p:nvSpPr>
          <p:cNvPr id="10" name="Rektangel 10">
            <a:extLst>
              <a:ext uri="{FF2B5EF4-FFF2-40B4-BE49-F238E27FC236}">
                <a16:creationId xmlns:a16="http://schemas.microsoft.com/office/drawing/2014/main" id="{BA36A66C-86AB-E83D-AE86-7C63AFCA9227}"/>
              </a:ext>
            </a:extLst>
          </p:cNvPr>
          <p:cNvSpPr/>
          <p:nvPr userDrawn="1"/>
        </p:nvSpPr>
        <p:spPr>
          <a:xfrm>
            <a:off x="286239" y="3075218"/>
            <a:ext cx="1920311" cy="246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r>
              <a:rPr lang="nb-NO" sz="1000" b="0" i="0" dirty="0">
                <a:latin typeface="Arial" panose="020B0604020202020204" pitchFamily="34" charset="0"/>
                <a:cs typeface="Segoe UI" panose="020B0502040204020203" pitchFamily="34" charset="0"/>
              </a:rPr>
              <a:t>Hva trengte kunden hjelp til?</a:t>
            </a:r>
          </a:p>
        </p:txBody>
      </p:sp>
      <p:sp>
        <p:nvSpPr>
          <p:cNvPr id="11" name="Rektangel 11">
            <a:extLst>
              <a:ext uri="{FF2B5EF4-FFF2-40B4-BE49-F238E27FC236}">
                <a16:creationId xmlns:a16="http://schemas.microsoft.com/office/drawing/2014/main" id="{2ACBF299-CBF6-5A49-9C18-AD41E497C59A}"/>
              </a:ext>
            </a:extLst>
          </p:cNvPr>
          <p:cNvSpPr/>
          <p:nvPr userDrawn="1"/>
        </p:nvSpPr>
        <p:spPr>
          <a:xfrm>
            <a:off x="286239" y="4664933"/>
            <a:ext cx="2627082" cy="246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r>
              <a:rPr lang="nb-NO" sz="1000" b="0" i="0" dirty="0">
                <a:latin typeface="Arial" panose="020B0604020202020204" pitchFamily="34" charset="0"/>
                <a:cs typeface="Arial" panose="020B0604020202020204" pitchFamily="34" charset="0"/>
              </a:rPr>
              <a:t>Hva var konsulentens rolle i prosjektet?</a:t>
            </a:r>
          </a:p>
        </p:txBody>
      </p:sp>
      <p:pic>
        <p:nvPicPr>
          <p:cNvPr id="12" name="Grafikk 12">
            <a:extLst>
              <a:ext uri="{FF2B5EF4-FFF2-40B4-BE49-F238E27FC236}">
                <a16:creationId xmlns:a16="http://schemas.microsoft.com/office/drawing/2014/main" id="{4FBC53E3-E20F-8BA9-29A0-6E91287828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15" y="80892"/>
            <a:ext cx="11982615" cy="6699957"/>
          </a:xfrm>
          <a:prstGeom prst="rect">
            <a:avLst/>
          </a:prstGeom>
        </p:spPr>
      </p:pic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5607EC17-C560-B608-65C4-E09B98D6BB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89536" y="2160467"/>
            <a:ext cx="1579224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None/>
              <a:tabLst/>
              <a:defRPr/>
            </a:pPr>
            <a:r>
              <a:rPr lang="nb-NO" dirty="0"/>
              <a:t>Skriv her</a:t>
            </a:r>
          </a:p>
        </p:txBody>
      </p:sp>
      <p:cxnSp>
        <p:nvCxnSpPr>
          <p:cNvPr id="14" name="Rett linje 14">
            <a:extLst>
              <a:ext uri="{FF2B5EF4-FFF2-40B4-BE49-F238E27FC236}">
                <a16:creationId xmlns:a16="http://schemas.microsoft.com/office/drawing/2014/main" id="{0AC53DF6-8BF8-1EBD-C554-462036B6FCDA}"/>
              </a:ext>
            </a:extLst>
          </p:cNvPr>
          <p:cNvCxnSpPr>
            <a:cxnSpLocks/>
          </p:cNvCxnSpPr>
          <p:nvPr userDrawn="1"/>
        </p:nvCxnSpPr>
        <p:spPr>
          <a:xfrm>
            <a:off x="286238" y="2068316"/>
            <a:ext cx="596797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tt linje 15">
            <a:extLst>
              <a:ext uri="{FF2B5EF4-FFF2-40B4-BE49-F238E27FC236}">
                <a16:creationId xmlns:a16="http://schemas.microsoft.com/office/drawing/2014/main" id="{AB125688-4493-155D-DDEF-10388F5B70ED}"/>
              </a:ext>
            </a:extLst>
          </p:cNvPr>
          <p:cNvCxnSpPr>
            <a:cxnSpLocks/>
          </p:cNvCxnSpPr>
          <p:nvPr userDrawn="1"/>
        </p:nvCxnSpPr>
        <p:spPr>
          <a:xfrm>
            <a:off x="286238" y="2760855"/>
            <a:ext cx="596797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Sylinder 16">
            <a:extLst>
              <a:ext uri="{FF2B5EF4-FFF2-40B4-BE49-F238E27FC236}">
                <a16:creationId xmlns:a16="http://schemas.microsoft.com/office/drawing/2014/main" id="{20BD9FD2-2CB6-2231-B0D3-687C01C1F7E1}"/>
              </a:ext>
            </a:extLst>
          </p:cNvPr>
          <p:cNvSpPr txBox="1"/>
          <p:nvPr userDrawn="1"/>
        </p:nvSpPr>
        <p:spPr>
          <a:xfrm>
            <a:off x="288671" y="2155549"/>
            <a:ext cx="1011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>
                <a:latin typeface="Arial" panose="020B0604020202020204" pitchFamily="34" charset="0"/>
                <a:cs typeface="Arial" panose="020B0604020202020204" pitchFamily="34" charset="0"/>
              </a:rPr>
              <a:t>Konsulent:</a:t>
            </a:r>
          </a:p>
        </p:txBody>
      </p:sp>
      <p:sp>
        <p:nvSpPr>
          <p:cNvPr id="17" name="TekstSylinder 17">
            <a:extLst>
              <a:ext uri="{FF2B5EF4-FFF2-40B4-BE49-F238E27FC236}">
                <a16:creationId xmlns:a16="http://schemas.microsoft.com/office/drawing/2014/main" id="{79139EAE-6F6E-4005-3986-BDEC8248533C}"/>
              </a:ext>
            </a:extLst>
          </p:cNvPr>
          <p:cNvSpPr txBox="1"/>
          <p:nvPr userDrawn="1"/>
        </p:nvSpPr>
        <p:spPr>
          <a:xfrm>
            <a:off x="286297" y="2367128"/>
            <a:ext cx="1011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>
                <a:latin typeface="Arial" panose="020B0604020202020204" pitchFamily="34" charset="0"/>
                <a:cs typeface="Arial" panose="020B0604020202020204" pitchFamily="34" charset="0"/>
              </a:rPr>
              <a:t>Kunde:</a:t>
            </a:r>
          </a:p>
        </p:txBody>
      </p:sp>
      <p:sp>
        <p:nvSpPr>
          <p:cNvPr id="18" name="Plassholder for tekst 3">
            <a:extLst>
              <a:ext uri="{FF2B5EF4-FFF2-40B4-BE49-F238E27FC236}">
                <a16:creationId xmlns:a16="http://schemas.microsoft.com/office/drawing/2014/main" id="{AE800FB1-18D2-D2B6-71E7-49CBD7F669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983" y="2371861"/>
            <a:ext cx="1839778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None/>
              <a:tabLst/>
              <a:defRPr/>
            </a:pPr>
            <a:r>
              <a:rPr lang="nb-NO" dirty="0"/>
              <a:t>Skriv her</a:t>
            </a:r>
          </a:p>
        </p:txBody>
      </p:sp>
      <p:sp>
        <p:nvSpPr>
          <p:cNvPr id="19" name="Plassholder for tekst 3">
            <a:extLst>
              <a:ext uri="{FF2B5EF4-FFF2-40B4-BE49-F238E27FC236}">
                <a16:creationId xmlns:a16="http://schemas.microsoft.com/office/drawing/2014/main" id="{32929A6B-5B81-2A2F-B5C8-A8254507AA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9142" y="2160467"/>
            <a:ext cx="2485076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None/>
              <a:tabLst/>
              <a:defRPr/>
            </a:pPr>
            <a:r>
              <a:rPr lang="nb-NO" dirty="0"/>
              <a:t>Skriv her</a:t>
            </a:r>
          </a:p>
        </p:txBody>
      </p:sp>
      <p:sp>
        <p:nvSpPr>
          <p:cNvPr id="20" name="TekstSylinder 20">
            <a:extLst>
              <a:ext uri="{FF2B5EF4-FFF2-40B4-BE49-F238E27FC236}">
                <a16:creationId xmlns:a16="http://schemas.microsoft.com/office/drawing/2014/main" id="{F95F683A-7072-341C-D351-40254EE69BE3}"/>
              </a:ext>
            </a:extLst>
          </p:cNvPr>
          <p:cNvSpPr txBox="1"/>
          <p:nvPr userDrawn="1"/>
        </p:nvSpPr>
        <p:spPr>
          <a:xfrm>
            <a:off x="2871161" y="2155549"/>
            <a:ext cx="1107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>
                <a:latin typeface="Arial" panose="020B0604020202020204" pitchFamily="34" charset="0"/>
                <a:cs typeface="Arial" panose="020B0604020202020204" pitchFamily="34" charset="0"/>
              </a:rPr>
              <a:t>Tidsperiode:</a:t>
            </a:r>
          </a:p>
        </p:txBody>
      </p:sp>
      <p:sp>
        <p:nvSpPr>
          <p:cNvPr id="21" name="TekstSylinder 21">
            <a:extLst>
              <a:ext uri="{FF2B5EF4-FFF2-40B4-BE49-F238E27FC236}">
                <a16:creationId xmlns:a16="http://schemas.microsoft.com/office/drawing/2014/main" id="{76E296C7-9BF8-7FBB-73EF-3A476CA3BD3F}"/>
              </a:ext>
            </a:extLst>
          </p:cNvPr>
          <p:cNvSpPr txBox="1"/>
          <p:nvPr userDrawn="1"/>
        </p:nvSpPr>
        <p:spPr>
          <a:xfrm>
            <a:off x="2868787" y="2367128"/>
            <a:ext cx="1583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>
                <a:latin typeface="Arial" panose="020B0604020202020204" pitchFamily="34" charset="0"/>
                <a:cs typeface="Arial" panose="020B0604020202020204" pitchFamily="34" charset="0"/>
              </a:rPr>
              <a:t>Stilling:</a:t>
            </a:r>
          </a:p>
        </p:txBody>
      </p:sp>
      <p:sp>
        <p:nvSpPr>
          <p:cNvPr id="22" name="Plassholder for tekst 3">
            <a:extLst>
              <a:ext uri="{FF2B5EF4-FFF2-40B4-BE49-F238E27FC236}">
                <a16:creationId xmlns:a16="http://schemas.microsoft.com/office/drawing/2014/main" id="{2221A450-D2AD-B07A-A75C-1EFE3560DA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69626" y="2371861"/>
            <a:ext cx="2784592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Skriv her</a:t>
            </a:r>
          </a:p>
        </p:txBody>
      </p:sp>
      <p:cxnSp>
        <p:nvCxnSpPr>
          <p:cNvPr id="23" name="Rett linje 23">
            <a:extLst>
              <a:ext uri="{FF2B5EF4-FFF2-40B4-BE49-F238E27FC236}">
                <a16:creationId xmlns:a16="http://schemas.microsoft.com/office/drawing/2014/main" id="{60588127-3DE9-35F5-2397-AB623872BBF2}"/>
              </a:ext>
            </a:extLst>
          </p:cNvPr>
          <p:cNvCxnSpPr/>
          <p:nvPr userDrawn="1"/>
        </p:nvCxnSpPr>
        <p:spPr>
          <a:xfrm>
            <a:off x="2823212" y="2182169"/>
            <a:ext cx="0" cy="46195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46;p67">
            <a:extLst>
              <a:ext uri="{FF2B5EF4-FFF2-40B4-BE49-F238E27FC236}">
                <a16:creationId xmlns:a16="http://schemas.microsoft.com/office/drawing/2014/main" id="{2279C4B8-D794-53D9-0118-C9A6D8EC13B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06550" y="401580"/>
            <a:ext cx="4259725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22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/>
              <a:t>Skriv navnet på prosjektet her</a:t>
            </a:r>
            <a:endParaRPr dirty="0"/>
          </a:p>
        </p:txBody>
      </p:sp>
      <p:sp>
        <p:nvSpPr>
          <p:cNvPr id="25" name="Plassholder for bilde 45">
            <a:extLst>
              <a:ext uri="{FF2B5EF4-FFF2-40B4-BE49-F238E27FC236}">
                <a16:creationId xmlns:a16="http://schemas.microsoft.com/office/drawing/2014/main" id="{1997C994-7A7F-8132-58D1-EE39B499C1EE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359309" y="211208"/>
            <a:ext cx="1625869" cy="1625868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430470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ssholder for tekst 3">
            <a:extLst>
              <a:ext uri="{FF2B5EF4-FFF2-40B4-BE49-F238E27FC236}">
                <a16:creationId xmlns:a16="http://schemas.microsoft.com/office/drawing/2014/main" id="{5C2F81E0-9F25-3540-EF62-221112D315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90" y="6159119"/>
            <a:ext cx="6212186" cy="4617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000" b="0" i="0">
                <a:solidFill>
                  <a:schemeClr val="accent6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Enter </a:t>
            </a:r>
            <a:r>
              <a:rPr lang="nb-NO" dirty="0" err="1"/>
              <a:t>which</a:t>
            </a:r>
            <a:r>
              <a:rPr lang="nb-NO" dirty="0"/>
              <a:t> </a:t>
            </a:r>
            <a:r>
              <a:rPr lang="nb-NO" dirty="0" err="1"/>
              <a:t>fields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expertise</a:t>
            </a:r>
            <a:r>
              <a:rPr lang="nb-NO" dirty="0"/>
              <a:t>/</a:t>
            </a:r>
            <a:r>
              <a:rPr lang="nb-NO" dirty="0" err="1"/>
              <a:t>methods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consultant</a:t>
            </a:r>
            <a:r>
              <a:rPr lang="nb-NO" dirty="0"/>
              <a:t> used in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project</a:t>
            </a:r>
            <a:r>
              <a:rPr lang="nb-NO" dirty="0"/>
              <a:t>.</a:t>
            </a:r>
          </a:p>
        </p:txBody>
      </p:sp>
      <p:sp>
        <p:nvSpPr>
          <p:cNvPr id="29" name="Plassholder for tekst 3">
            <a:extLst>
              <a:ext uri="{FF2B5EF4-FFF2-40B4-BE49-F238E27FC236}">
                <a16:creationId xmlns:a16="http://schemas.microsoft.com/office/drawing/2014/main" id="{6E13E86F-E375-57CF-CD6B-E12F680B43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4089" y="4920587"/>
            <a:ext cx="6212186" cy="10147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Write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answer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30" name="Plassholder for tekst 3">
            <a:extLst>
              <a:ext uri="{FF2B5EF4-FFF2-40B4-BE49-F238E27FC236}">
                <a16:creationId xmlns:a16="http://schemas.microsoft.com/office/drawing/2014/main" id="{438F3043-3738-A6E5-59B5-D34D42B4B8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6239" y="3340784"/>
            <a:ext cx="6099176" cy="1018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5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Write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answer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31" name="Google Shape;48;p68">
            <a:extLst>
              <a:ext uri="{FF2B5EF4-FFF2-40B4-BE49-F238E27FC236}">
                <a16:creationId xmlns:a16="http://schemas.microsoft.com/office/drawing/2014/main" id="{EC734F18-5097-5926-1D42-C0A7961E8B3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687647" y="253207"/>
            <a:ext cx="5250253" cy="63676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  <p:sp>
        <p:nvSpPr>
          <p:cNvPr id="32" name="Rektangel 10">
            <a:extLst>
              <a:ext uri="{FF2B5EF4-FFF2-40B4-BE49-F238E27FC236}">
                <a16:creationId xmlns:a16="http://schemas.microsoft.com/office/drawing/2014/main" id="{D79677CC-D897-A7C8-E675-0849091B8F41}"/>
              </a:ext>
            </a:extLst>
          </p:cNvPr>
          <p:cNvSpPr/>
          <p:nvPr userDrawn="1"/>
        </p:nvSpPr>
        <p:spPr>
          <a:xfrm>
            <a:off x="286239" y="3075218"/>
            <a:ext cx="2339102" cy="246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/>
            <a:r>
              <a:rPr lang="nb-NO" sz="1000" b="0" i="0" dirty="0" err="1">
                <a:latin typeface="Arial" panose="020B0604020202020204" pitchFamily="34" charset="0"/>
              </a:rPr>
              <a:t>What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did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the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customer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need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help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with</a:t>
            </a:r>
            <a:endParaRPr lang="nb-NO" sz="1000" b="0" i="0" dirty="0">
              <a:latin typeface="Arial" panose="020B0604020202020204" pitchFamily="34" charset="0"/>
            </a:endParaRPr>
          </a:p>
        </p:txBody>
      </p:sp>
      <p:sp>
        <p:nvSpPr>
          <p:cNvPr id="33" name="Rektangel 11">
            <a:extLst>
              <a:ext uri="{FF2B5EF4-FFF2-40B4-BE49-F238E27FC236}">
                <a16:creationId xmlns:a16="http://schemas.microsoft.com/office/drawing/2014/main" id="{60FCB4D5-EBB4-1774-7F2D-58D476875789}"/>
              </a:ext>
            </a:extLst>
          </p:cNvPr>
          <p:cNvSpPr/>
          <p:nvPr userDrawn="1"/>
        </p:nvSpPr>
        <p:spPr>
          <a:xfrm>
            <a:off x="286239" y="4664933"/>
            <a:ext cx="2630848" cy="246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/>
            <a:r>
              <a:rPr lang="nb-NO" sz="1000" b="0" i="0" dirty="0" err="1">
                <a:latin typeface="Arial" panose="020B0604020202020204" pitchFamily="34" charset="0"/>
              </a:rPr>
              <a:t>What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was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the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consultant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role</a:t>
            </a:r>
            <a:r>
              <a:rPr lang="nb-NO" sz="1000" b="0" i="0" dirty="0">
                <a:latin typeface="Arial" panose="020B0604020202020204" pitchFamily="34" charset="0"/>
              </a:rPr>
              <a:t> in </a:t>
            </a:r>
            <a:r>
              <a:rPr lang="nb-NO" sz="1000" b="0" i="0" dirty="0" err="1">
                <a:latin typeface="Arial" panose="020B0604020202020204" pitchFamily="34" charset="0"/>
              </a:rPr>
              <a:t>the</a:t>
            </a:r>
            <a:r>
              <a:rPr lang="nb-NO" sz="1000" b="0" i="0" dirty="0">
                <a:latin typeface="Arial" panose="020B0604020202020204" pitchFamily="34" charset="0"/>
              </a:rPr>
              <a:t> </a:t>
            </a:r>
            <a:r>
              <a:rPr lang="nb-NO" sz="1000" b="0" i="0" dirty="0" err="1">
                <a:latin typeface="Arial" panose="020B0604020202020204" pitchFamily="34" charset="0"/>
              </a:rPr>
              <a:t>project</a:t>
            </a:r>
            <a:endParaRPr lang="nb-NO" sz="1000" b="0" i="0" dirty="0">
              <a:latin typeface="Arial" panose="020B0604020202020204" pitchFamily="34" charset="0"/>
            </a:endParaRPr>
          </a:p>
        </p:txBody>
      </p:sp>
      <p:pic>
        <p:nvPicPr>
          <p:cNvPr id="34" name="Grafikk 12">
            <a:extLst>
              <a:ext uri="{FF2B5EF4-FFF2-40B4-BE49-F238E27FC236}">
                <a16:creationId xmlns:a16="http://schemas.microsoft.com/office/drawing/2014/main" id="{B85C222F-A74A-2F67-6C29-191E6F5E2D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15" y="80892"/>
            <a:ext cx="11982615" cy="6699957"/>
          </a:xfrm>
          <a:prstGeom prst="rect">
            <a:avLst/>
          </a:prstGeom>
        </p:spPr>
      </p:pic>
      <p:sp>
        <p:nvSpPr>
          <p:cNvPr id="35" name="Plassholder for tekst 3">
            <a:extLst>
              <a:ext uri="{FF2B5EF4-FFF2-40B4-BE49-F238E27FC236}">
                <a16:creationId xmlns:a16="http://schemas.microsoft.com/office/drawing/2014/main" id="{410B30B1-13E0-8C84-FFE0-E9D4E59716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2628" y="2160467"/>
            <a:ext cx="1794513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None/>
              <a:tabLst/>
              <a:defRPr/>
            </a:pPr>
            <a:r>
              <a:rPr lang="nb-NO" dirty="0"/>
              <a:t>Write </a:t>
            </a:r>
            <a:r>
              <a:rPr lang="nb-NO" dirty="0" err="1"/>
              <a:t>here</a:t>
            </a:r>
            <a:endParaRPr lang="nb-NO" dirty="0"/>
          </a:p>
        </p:txBody>
      </p:sp>
      <p:cxnSp>
        <p:nvCxnSpPr>
          <p:cNvPr id="36" name="Rett linje 14">
            <a:extLst>
              <a:ext uri="{FF2B5EF4-FFF2-40B4-BE49-F238E27FC236}">
                <a16:creationId xmlns:a16="http://schemas.microsoft.com/office/drawing/2014/main" id="{90E53B0F-2D88-8A9E-4BC9-12EFD75F71CD}"/>
              </a:ext>
            </a:extLst>
          </p:cNvPr>
          <p:cNvCxnSpPr>
            <a:cxnSpLocks/>
          </p:cNvCxnSpPr>
          <p:nvPr userDrawn="1"/>
        </p:nvCxnSpPr>
        <p:spPr>
          <a:xfrm>
            <a:off x="286238" y="2068316"/>
            <a:ext cx="596797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tt linje 15">
            <a:extLst>
              <a:ext uri="{FF2B5EF4-FFF2-40B4-BE49-F238E27FC236}">
                <a16:creationId xmlns:a16="http://schemas.microsoft.com/office/drawing/2014/main" id="{A75F7E8C-CEAB-9DF0-B441-36A86B46998E}"/>
              </a:ext>
            </a:extLst>
          </p:cNvPr>
          <p:cNvCxnSpPr>
            <a:cxnSpLocks/>
          </p:cNvCxnSpPr>
          <p:nvPr userDrawn="1"/>
        </p:nvCxnSpPr>
        <p:spPr>
          <a:xfrm>
            <a:off x="286238" y="2760855"/>
            <a:ext cx="596797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kstSylinder 16">
            <a:extLst>
              <a:ext uri="{FF2B5EF4-FFF2-40B4-BE49-F238E27FC236}">
                <a16:creationId xmlns:a16="http://schemas.microsoft.com/office/drawing/2014/main" id="{0DA17C74-F177-3A9A-DCBD-36F19E57FD64}"/>
              </a:ext>
            </a:extLst>
          </p:cNvPr>
          <p:cNvSpPr txBox="1"/>
          <p:nvPr userDrawn="1"/>
        </p:nvSpPr>
        <p:spPr>
          <a:xfrm>
            <a:off x="288671" y="2155549"/>
            <a:ext cx="1011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>
                <a:latin typeface="Arial" panose="020B0604020202020204" pitchFamily="34" charset="0"/>
              </a:rPr>
              <a:t>Consultant:</a:t>
            </a:r>
          </a:p>
        </p:txBody>
      </p:sp>
      <p:sp>
        <p:nvSpPr>
          <p:cNvPr id="39" name="TekstSylinder 17">
            <a:extLst>
              <a:ext uri="{FF2B5EF4-FFF2-40B4-BE49-F238E27FC236}">
                <a16:creationId xmlns:a16="http://schemas.microsoft.com/office/drawing/2014/main" id="{359D24C9-98E5-D49B-B4DE-5ABD004F0A61}"/>
              </a:ext>
            </a:extLst>
          </p:cNvPr>
          <p:cNvSpPr txBox="1"/>
          <p:nvPr userDrawn="1"/>
        </p:nvSpPr>
        <p:spPr>
          <a:xfrm>
            <a:off x="286297" y="2367128"/>
            <a:ext cx="1011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 err="1">
                <a:latin typeface="Arial" panose="020B0604020202020204" pitchFamily="34" charset="0"/>
              </a:rPr>
              <a:t>Customer</a:t>
            </a:r>
            <a:endParaRPr lang="nb-NO" sz="1200" b="0" i="0" dirty="0">
              <a:latin typeface="Arial" panose="020B0604020202020204" pitchFamily="34" charset="0"/>
            </a:endParaRPr>
          </a:p>
        </p:txBody>
      </p:sp>
      <p:sp>
        <p:nvSpPr>
          <p:cNvPr id="40" name="Plassholder for tekst 3">
            <a:extLst>
              <a:ext uri="{FF2B5EF4-FFF2-40B4-BE49-F238E27FC236}">
                <a16:creationId xmlns:a16="http://schemas.microsoft.com/office/drawing/2014/main" id="{8C653B54-08C0-9A93-99A9-1E679EE239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19095" y="2371861"/>
            <a:ext cx="1898035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None/>
              <a:tabLst/>
              <a:defRPr/>
            </a:pPr>
            <a:r>
              <a:rPr lang="nb-NO" dirty="0"/>
              <a:t>Write </a:t>
            </a:r>
            <a:r>
              <a:rPr lang="nb-NO" dirty="0" err="1"/>
              <a:t>here</a:t>
            </a:r>
            <a:endParaRPr lang="nb-NO" dirty="0"/>
          </a:p>
        </p:txBody>
      </p:sp>
      <p:sp>
        <p:nvSpPr>
          <p:cNvPr id="41" name="Plassholder for tekst 3">
            <a:extLst>
              <a:ext uri="{FF2B5EF4-FFF2-40B4-BE49-F238E27FC236}">
                <a16:creationId xmlns:a16="http://schemas.microsoft.com/office/drawing/2014/main" id="{1C22584E-0B84-61E3-0A24-B9C25D90194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16875" y="2160467"/>
            <a:ext cx="2664919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Manrope"/>
              <a:buNone/>
              <a:tabLst/>
              <a:defRPr/>
            </a:pPr>
            <a:r>
              <a:rPr lang="nb-NO" dirty="0"/>
              <a:t>Skriv her</a:t>
            </a:r>
          </a:p>
        </p:txBody>
      </p:sp>
      <p:sp>
        <p:nvSpPr>
          <p:cNvPr id="42" name="TekstSylinder 20">
            <a:extLst>
              <a:ext uri="{FF2B5EF4-FFF2-40B4-BE49-F238E27FC236}">
                <a16:creationId xmlns:a16="http://schemas.microsoft.com/office/drawing/2014/main" id="{0691501C-BCDC-B51B-F755-8EBF9BDE0E18}"/>
              </a:ext>
            </a:extLst>
          </p:cNvPr>
          <p:cNvSpPr txBox="1"/>
          <p:nvPr userDrawn="1"/>
        </p:nvSpPr>
        <p:spPr>
          <a:xfrm>
            <a:off x="2989567" y="2155549"/>
            <a:ext cx="98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 err="1">
                <a:latin typeface="Arial" panose="020B0604020202020204" pitchFamily="34" charset="0"/>
              </a:rPr>
              <a:t>Period</a:t>
            </a:r>
            <a:r>
              <a:rPr lang="nb-NO" sz="1200" b="0" i="0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3" name="TekstSylinder 21">
            <a:extLst>
              <a:ext uri="{FF2B5EF4-FFF2-40B4-BE49-F238E27FC236}">
                <a16:creationId xmlns:a16="http://schemas.microsoft.com/office/drawing/2014/main" id="{799BB20B-5F93-880E-9A04-6F3853C80746}"/>
              </a:ext>
            </a:extLst>
          </p:cNvPr>
          <p:cNvSpPr txBox="1"/>
          <p:nvPr userDrawn="1"/>
        </p:nvSpPr>
        <p:spPr>
          <a:xfrm>
            <a:off x="2989566" y="2367128"/>
            <a:ext cx="1462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b="0" i="0" dirty="0" err="1">
                <a:latin typeface="Arial" panose="020B0604020202020204" pitchFamily="34" charset="0"/>
              </a:rPr>
              <a:t>Position</a:t>
            </a:r>
            <a:endParaRPr lang="nb-NO" sz="1200" b="0" i="0" dirty="0">
              <a:latin typeface="Arial" panose="020B0604020202020204" pitchFamily="34" charset="0"/>
            </a:endParaRPr>
          </a:p>
        </p:txBody>
      </p:sp>
      <p:sp>
        <p:nvSpPr>
          <p:cNvPr id="44" name="Plassholder for tekst 3">
            <a:extLst>
              <a:ext uri="{FF2B5EF4-FFF2-40B4-BE49-F238E27FC236}">
                <a16:creationId xmlns:a16="http://schemas.microsoft.com/office/drawing/2014/main" id="{4419AA85-3745-0526-C92A-ECCB57D180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94228" y="2371861"/>
            <a:ext cx="2659990" cy="2769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 i="0">
                <a:solidFill>
                  <a:srgbClr val="FF0000"/>
                </a:solidFill>
                <a:latin typeface="Arial" panose="020B0604020202020204" pitchFamily="34" charset="0"/>
                <a:cs typeface="Vani" panose="02040502050405020303" pitchFamily="18" charset="0"/>
              </a:defRPr>
            </a:lvl1pPr>
            <a:lvl2pPr marL="605790" indent="0">
              <a:buNone/>
              <a:defRPr/>
            </a:lvl2pPr>
            <a:lvl3pPr marL="1074420" indent="0">
              <a:buNone/>
              <a:defRPr/>
            </a:lvl3pPr>
            <a:lvl4pPr marL="1543050" indent="0">
              <a:buNone/>
              <a:defRPr/>
            </a:lvl4pPr>
            <a:lvl5pPr marL="2005965" indent="0">
              <a:buNone/>
              <a:defRPr/>
            </a:lvl5pPr>
          </a:lstStyle>
          <a:p>
            <a:pPr lvl="0"/>
            <a:r>
              <a:rPr lang="nb-NO" dirty="0"/>
              <a:t>Skriv her</a:t>
            </a:r>
          </a:p>
        </p:txBody>
      </p:sp>
      <p:sp>
        <p:nvSpPr>
          <p:cNvPr id="45" name="Google Shape;46;p67">
            <a:extLst>
              <a:ext uri="{FF2B5EF4-FFF2-40B4-BE49-F238E27FC236}">
                <a16:creationId xmlns:a16="http://schemas.microsoft.com/office/drawing/2014/main" id="{DB18A736-C64E-BE90-1FEE-20AB529B314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06550" y="401580"/>
            <a:ext cx="4259725" cy="1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2410"/>
              </a:buClr>
              <a:buSzPts val="2800"/>
              <a:buFont typeface="Manrope SemiBold"/>
              <a:buNone/>
              <a:defRPr sz="2200" b="0" i="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Manrop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b-NO" dirty="0"/>
              <a:t>Write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project</a:t>
            </a:r>
            <a:r>
              <a:rPr lang="nb-NO" dirty="0"/>
              <a:t> </a:t>
            </a:r>
            <a:r>
              <a:rPr lang="nb-NO" dirty="0" err="1"/>
              <a:t>here</a:t>
            </a:r>
            <a:endParaRPr dirty="0"/>
          </a:p>
        </p:txBody>
      </p:sp>
      <p:sp>
        <p:nvSpPr>
          <p:cNvPr id="46" name="Plassholder for bilde 45">
            <a:extLst>
              <a:ext uri="{FF2B5EF4-FFF2-40B4-BE49-F238E27FC236}">
                <a16:creationId xmlns:a16="http://schemas.microsoft.com/office/drawing/2014/main" id="{D4A18FCB-0619-49EA-A739-FC32607BD575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359309" y="211208"/>
            <a:ext cx="1625869" cy="1625868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 b="0" i="0">
                <a:latin typeface="Arial" panose="020B0604020202020204" pitchFamily="34" charset="0"/>
                <a:cs typeface="Vani" panose="02040502050405020303" pitchFamily="18" charset="0"/>
              </a:defRPr>
            </a:lvl1pPr>
          </a:lstStyle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277428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D0A05-938E-53B4-9EB8-E79BA9BFE0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59661" y="2318535"/>
            <a:ext cx="7872677" cy="2390378"/>
          </a:xfrm>
          <a:prstGeom prst="rect">
            <a:avLst/>
          </a:prstGeom>
        </p:spPr>
        <p:txBody>
          <a:bodyPr lIns="90000" tIns="0" anchor="ctr">
            <a:spAutoFit/>
          </a:bodyPr>
          <a:lstStyle>
            <a:lvl1pPr marL="137160" indent="0" algn="ctr">
              <a:buNone/>
              <a:defRPr sz="7200" b="0" i="0">
                <a:solidFill>
                  <a:schemeClr val="bg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en-GB" dirty="0"/>
              <a:t>Thank you for your time!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562326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6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938F3-F01F-31D0-BCC7-12A25EF45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59661" y="2233811"/>
            <a:ext cx="7872677" cy="2390378"/>
          </a:xfrm>
          <a:prstGeom prst="rect">
            <a:avLst/>
          </a:prstGeom>
        </p:spPr>
        <p:txBody>
          <a:bodyPr lIns="90000" tIns="0" anchor="ctr">
            <a:spAutoFit/>
          </a:bodyPr>
          <a:lstStyle>
            <a:lvl1pPr marL="137160" indent="0" algn="ctr">
              <a:buNone/>
              <a:defRPr sz="7200" b="0" i="0">
                <a:solidFill>
                  <a:schemeClr val="tx2"/>
                </a:solidFill>
                <a:latin typeface="Vani" panose="02040502050405020303" pitchFamily="18" charset="0"/>
                <a:cs typeface="Vani" panose="02040502050405020303" pitchFamily="18" charset="0"/>
              </a:defRPr>
            </a:lvl1pPr>
          </a:lstStyle>
          <a:p>
            <a:pPr lvl="0"/>
            <a:r>
              <a:rPr lang="en-GB" dirty="0"/>
              <a:t>Thank you for your time!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7522677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 (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B1EA86C0-11E6-E74A-BA77-4C781F7385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68881" y="2609478"/>
            <a:ext cx="5254237" cy="16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840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4 (Logo)">
    <p:bg>
      <p:bgPr>
        <a:solidFill>
          <a:schemeClr val="accent6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B1EA86C0-11E6-E74A-BA77-4C781F7385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68881" y="2609478"/>
            <a:ext cx="5254237" cy="16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33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 (Logo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B1EA86C0-11E6-E74A-BA77-4C781F7385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68881" y="2609478"/>
            <a:ext cx="5254237" cy="16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3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+mn-lt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9" name="Google Shape;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+mn-lt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+mn-lt"/>
                <a:ea typeface="Arial" panose="020B06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no-NO" smtClean="0"/>
              <a:pPr/>
              <a:t>‹#›</a:t>
            </a:fld>
            <a:endParaRPr lang="no-NO" dirty="0"/>
          </a:p>
        </p:txBody>
      </p:sp>
    </p:spTree>
    <p:extLst>
      <p:ext uri="{BB962C8B-B14F-4D97-AF65-F5344CB8AC3E}">
        <p14:creationId xmlns:p14="http://schemas.microsoft.com/office/powerpoint/2010/main" val="31490735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;p31">
            <a:extLst>
              <a:ext uri="{FF2B5EF4-FFF2-40B4-BE49-F238E27FC236}">
                <a16:creationId xmlns:a16="http://schemas.microsoft.com/office/drawing/2014/main" id="{9657A7CF-DBCA-E8F6-A7DB-A2E80C458271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4" name="Google Shape;9;p31">
            <a:extLst>
              <a:ext uri="{FF2B5EF4-FFF2-40B4-BE49-F238E27FC236}">
                <a16:creationId xmlns:a16="http://schemas.microsoft.com/office/drawing/2014/main" id="{216543E8-CC6B-DBF3-CBBB-D70B8D2D36E6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5" name="Google Shape;10;p31">
            <a:extLst>
              <a:ext uri="{FF2B5EF4-FFF2-40B4-BE49-F238E27FC236}">
                <a16:creationId xmlns:a16="http://schemas.microsoft.com/office/drawing/2014/main" id="{BFE13F19-9EAE-5A9E-E154-F58DD98BE6D7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no-NO" smtClean="0"/>
              <a:pPr/>
              <a:t>‹#›</a:t>
            </a:fld>
            <a:endParaRPr lang="no-NO" dirty="0"/>
          </a:p>
        </p:txBody>
      </p:sp>
    </p:spTree>
    <p:extLst>
      <p:ext uri="{BB962C8B-B14F-4D97-AF65-F5344CB8AC3E}">
        <p14:creationId xmlns:p14="http://schemas.microsoft.com/office/powerpoint/2010/main" val="23035950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Vani" panose="02040502050405020303" pitchFamily="18" charset="0"/>
          <a:ea typeface="Vani" panose="02040502050405020303" pitchFamily="18" charset="0"/>
          <a:cs typeface="Vani" panose="02040502050405020303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;p31">
            <a:extLst>
              <a:ext uri="{FF2B5EF4-FFF2-40B4-BE49-F238E27FC236}">
                <a16:creationId xmlns:a16="http://schemas.microsoft.com/office/drawing/2014/main" id="{9657A7CF-DBCA-E8F6-A7DB-A2E80C458271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4" name="Google Shape;9;p31">
            <a:extLst>
              <a:ext uri="{FF2B5EF4-FFF2-40B4-BE49-F238E27FC236}">
                <a16:creationId xmlns:a16="http://schemas.microsoft.com/office/drawing/2014/main" id="{216543E8-CC6B-DBF3-CBBB-D70B8D2D36E6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5" name="Google Shape;10;p31">
            <a:extLst>
              <a:ext uri="{FF2B5EF4-FFF2-40B4-BE49-F238E27FC236}">
                <a16:creationId xmlns:a16="http://schemas.microsoft.com/office/drawing/2014/main" id="{BFE13F19-9EAE-5A9E-E154-F58DD98BE6D7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no-NO" smtClean="0"/>
              <a:pPr/>
              <a:t>‹#›</a:t>
            </a:fld>
            <a:endParaRPr lang="no-NO" dirty="0"/>
          </a:p>
        </p:txBody>
      </p:sp>
    </p:spTree>
    <p:extLst>
      <p:ext uri="{BB962C8B-B14F-4D97-AF65-F5344CB8AC3E}">
        <p14:creationId xmlns:p14="http://schemas.microsoft.com/office/powerpoint/2010/main" val="11538381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Vani" panose="02040502050405020303" pitchFamily="18" charset="0"/>
          <a:ea typeface="Vani" panose="02040502050405020303" pitchFamily="18" charset="0"/>
          <a:cs typeface="Vani" panose="02040502050405020303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;p31">
            <a:extLst>
              <a:ext uri="{FF2B5EF4-FFF2-40B4-BE49-F238E27FC236}">
                <a16:creationId xmlns:a16="http://schemas.microsoft.com/office/drawing/2014/main" id="{9657A7CF-DBCA-E8F6-A7DB-A2E80C458271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4" name="Google Shape;9;p31">
            <a:extLst>
              <a:ext uri="{FF2B5EF4-FFF2-40B4-BE49-F238E27FC236}">
                <a16:creationId xmlns:a16="http://schemas.microsoft.com/office/drawing/2014/main" id="{216543E8-CC6B-DBF3-CBBB-D70B8D2D36E6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5" name="Google Shape;10;p31">
            <a:extLst>
              <a:ext uri="{FF2B5EF4-FFF2-40B4-BE49-F238E27FC236}">
                <a16:creationId xmlns:a16="http://schemas.microsoft.com/office/drawing/2014/main" id="{BFE13F19-9EAE-5A9E-E154-F58DD98BE6D7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no-NO" smtClean="0"/>
              <a:pPr/>
              <a:t>‹#›</a:t>
            </a:fld>
            <a:endParaRPr lang="no-NO" dirty="0"/>
          </a:p>
        </p:txBody>
      </p:sp>
    </p:spTree>
    <p:extLst>
      <p:ext uri="{BB962C8B-B14F-4D97-AF65-F5344CB8AC3E}">
        <p14:creationId xmlns:p14="http://schemas.microsoft.com/office/powerpoint/2010/main" val="11204429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Vani" panose="02040502050405020303" pitchFamily="18" charset="0"/>
          <a:ea typeface="Vani" panose="02040502050405020303" pitchFamily="18" charset="0"/>
          <a:cs typeface="Vani" panose="02040502050405020303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;p31">
            <a:extLst>
              <a:ext uri="{FF2B5EF4-FFF2-40B4-BE49-F238E27FC236}">
                <a16:creationId xmlns:a16="http://schemas.microsoft.com/office/drawing/2014/main" id="{C9F09595-5296-192D-4C92-814387504C1D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4" name="Google Shape;9;p31">
            <a:extLst>
              <a:ext uri="{FF2B5EF4-FFF2-40B4-BE49-F238E27FC236}">
                <a16:creationId xmlns:a16="http://schemas.microsoft.com/office/drawing/2014/main" id="{EF059353-267E-74DD-9E51-C4AC5F360B0E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5" name="Google Shape;10;p31">
            <a:extLst>
              <a:ext uri="{FF2B5EF4-FFF2-40B4-BE49-F238E27FC236}">
                <a16:creationId xmlns:a16="http://schemas.microsoft.com/office/drawing/2014/main" id="{352C15E2-BC24-DBEB-72BB-FAA0098B7BAE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no-NO" smtClean="0"/>
              <a:pPr/>
              <a:t>‹#›</a:t>
            </a:fld>
            <a:endParaRPr lang="no-NO" dirty="0"/>
          </a:p>
        </p:txBody>
      </p:sp>
    </p:spTree>
    <p:extLst>
      <p:ext uri="{BB962C8B-B14F-4D97-AF65-F5344CB8AC3E}">
        <p14:creationId xmlns:p14="http://schemas.microsoft.com/office/powerpoint/2010/main" val="36902804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48" r:id="rId2"/>
    <p:sldLayoutId id="2147483651" r:id="rId3"/>
    <p:sldLayoutId id="214748365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Vani" panose="02040502050405020303" pitchFamily="18" charset="0"/>
          <a:ea typeface="Vani" panose="02040502050405020303" pitchFamily="18" charset="0"/>
          <a:cs typeface="Vani" panose="02040502050405020303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;p31">
            <a:extLst>
              <a:ext uri="{FF2B5EF4-FFF2-40B4-BE49-F238E27FC236}">
                <a16:creationId xmlns:a16="http://schemas.microsoft.com/office/drawing/2014/main" id="{C9F09595-5296-192D-4C92-814387504C1D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4" name="Google Shape;9;p31">
            <a:extLst>
              <a:ext uri="{FF2B5EF4-FFF2-40B4-BE49-F238E27FC236}">
                <a16:creationId xmlns:a16="http://schemas.microsoft.com/office/drawing/2014/main" id="{EF059353-267E-74DD-9E51-C4AC5F360B0E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NO" dirty="0"/>
          </a:p>
        </p:txBody>
      </p:sp>
      <p:sp>
        <p:nvSpPr>
          <p:cNvPr id="5" name="Google Shape;10;p31">
            <a:extLst>
              <a:ext uri="{FF2B5EF4-FFF2-40B4-BE49-F238E27FC236}">
                <a16:creationId xmlns:a16="http://schemas.microsoft.com/office/drawing/2014/main" id="{352C15E2-BC24-DBEB-72BB-FAA0098B7BAE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no-NO" smtClean="0"/>
              <a:pPr/>
              <a:t>‹#›</a:t>
            </a:fld>
            <a:endParaRPr lang="no-NO" dirty="0"/>
          </a:p>
        </p:txBody>
      </p:sp>
    </p:spTree>
    <p:extLst>
      <p:ext uri="{BB962C8B-B14F-4D97-AF65-F5344CB8AC3E}">
        <p14:creationId xmlns:p14="http://schemas.microsoft.com/office/powerpoint/2010/main" val="17810654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Vani" panose="02040502050405020303" pitchFamily="18" charset="0"/>
          <a:ea typeface="Vani" panose="02040502050405020303" pitchFamily="18" charset="0"/>
          <a:cs typeface="Vani" panose="02040502050405020303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7343869-A2A8-0084-3528-AD5E14D5B7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1E7C0138-7D5D-74A9-0CFD-7DC64107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0803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1D75A4A1-0B47-862E-EFD6-7F578C7A2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917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E00513F3-4FBE-F9EA-CB1C-FB4160459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867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28806085-A119-5C71-F143-BF992EA7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8BAB259D-6A89-EB44-7707-3E5F590D826A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67806E57-6397-F96D-E8E7-585A6778CB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D5D3F4FF-DBB5-03E3-F5B7-3A095EC94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A7A4B777-756E-15EE-B9AD-1AC9D07E5E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275062C0-E17D-CE8B-A2EC-1C8A0F1B9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8386200-3D26-5FE0-E496-4610DFDC15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7C5FA25-FF23-2204-4088-51A32BB14B1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B67CAD44-EACA-D8BE-8D5C-BB9FEC7095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Plassholder for bilde 11">
            <a:extLst>
              <a:ext uri="{FF2B5EF4-FFF2-40B4-BE49-F238E27FC236}">
                <a16:creationId xmlns:a16="http://schemas.microsoft.com/office/drawing/2014/main" id="{61A12C1E-331D-6EB8-F774-A7D2664672F6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/>
      </p:sp>
    </p:spTree>
    <p:extLst>
      <p:ext uri="{BB962C8B-B14F-4D97-AF65-F5344CB8AC3E}">
        <p14:creationId xmlns:p14="http://schemas.microsoft.com/office/powerpoint/2010/main" val="1638081757"/>
      </p:ext>
    </p:extLst>
  </p:cSld>
  <p:clrMapOvr>
    <a:masterClrMapping/>
  </p:clrMapOvr>
</p:sld>
</file>

<file path=ppt/theme/theme1.xml><?xml version="1.0" encoding="utf-8"?>
<a:theme xmlns:a="http://schemas.openxmlformats.org/drawingml/2006/main" name="Miles Title pages">
  <a:themeElements>
    <a:clrScheme name="Miles">
      <a:dk1>
        <a:srgbClr val="000000"/>
      </a:dk1>
      <a:lt1>
        <a:srgbClr val="FFFFFF"/>
      </a:lt1>
      <a:dk2>
        <a:srgbClr val="450D20"/>
      </a:dk2>
      <a:lt2>
        <a:srgbClr val="FBF0E5"/>
      </a:lt2>
      <a:accent1>
        <a:srgbClr val="B72318"/>
      </a:accent1>
      <a:accent2>
        <a:srgbClr val="FBF0E5"/>
      </a:accent2>
      <a:accent3>
        <a:srgbClr val="004047"/>
      </a:accent3>
      <a:accent4>
        <a:srgbClr val="78E8DB"/>
      </a:accent4>
      <a:accent5>
        <a:srgbClr val="450D20"/>
      </a:accent5>
      <a:accent6>
        <a:srgbClr val="FF303B"/>
      </a:accent6>
      <a:hlink>
        <a:srgbClr val="B72318"/>
      </a:hlink>
      <a:folHlink>
        <a:srgbClr val="78E8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es template sept-25" id="{FE92F1B9-BB33-C54B-8F11-B150F71F1B9E}" vid="{FDF255CC-A346-164C-A283-0E360C9415A1}"/>
    </a:ext>
  </a:extLst>
</a:theme>
</file>

<file path=ppt/theme/theme2.xml><?xml version="1.0" encoding="utf-8"?>
<a:theme xmlns:a="http://schemas.openxmlformats.org/drawingml/2006/main" name="Section headers">
  <a:themeElements>
    <a:clrScheme name="Miles">
      <a:dk1>
        <a:srgbClr val="000000"/>
      </a:dk1>
      <a:lt1>
        <a:srgbClr val="FFFFFF"/>
      </a:lt1>
      <a:dk2>
        <a:srgbClr val="450D20"/>
      </a:dk2>
      <a:lt2>
        <a:srgbClr val="FBF0E5"/>
      </a:lt2>
      <a:accent1>
        <a:srgbClr val="B72318"/>
      </a:accent1>
      <a:accent2>
        <a:srgbClr val="FBF0E5"/>
      </a:accent2>
      <a:accent3>
        <a:srgbClr val="004047"/>
      </a:accent3>
      <a:accent4>
        <a:srgbClr val="78E8DB"/>
      </a:accent4>
      <a:accent5>
        <a:srgbClr val="450D20"/>
      </a:accent5>
      <a:accent6>
        <a:srgbClr val="FF303B"/>
      </a:accent6>
      <a:hlink>
        <a:srgbClr val="B72318"/>
      </a:hlink>
      <a:folHlink>
        <a:srgbClr val="78E8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es template sept-25" id="{FE92F1B9-BB33-C54B-8F11-B150F71F1B9E}" vid="{6CA253F2-B7F3-854E-8BDE-C2B5919F2912}"/>
    </a:ext>
  </a:extLst>
</a:theme>
</file>

<file path=ppt/theme/theme3.xml><?xml version="1.0" encoding="utf-8"?>
<a:theme xmlns:a="http://schemas.openxmlformats.org/drawingml/2006/main" name="Content pages">
  <a:themeElements>
    <a:clrScheme name="Miles">
      <a:dk1>
        <a:srgbClr val="000000"/>
      </a:dk1>
      <a:lt1>
        <a:srgbClr val="FFFFFF"/>
      </a:lt1>
      <a:dk2>
        <a:srgbClr val="450D20"/>
      </a:dk2>
      <a:lt2>
        <a:srgbClr val="FBF0E5"/>
      </a:lt2>
      <a:accent1>
        <a:srgbClr val="B72318"/>
      </a:accent1>
      <a:accent2>
        <a:srgbClr val="FBF0E5"/>
      </a:accent2>
      <a:accent3>
        <a:srgbClr val="004047"/>
      </a:accent3>
      <a:accent4>
        <a:srgbClr val="78E8DB"/>
      </a:accent4>
      <a:accent5>
        <a:srgbClr val="450D20"/>
      </a:accent5>
      <a:accent6>
        <a:srgbClr val="FF303B"/>
      </a:accent6>
      <a:hlink>
        <a:srgbClr val="B72318"/>
      </a:hlink>
      <a:folHlink>
        <a:srgbClr val="78E8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es template sept-25" id="{FE92F1B9-BB33-C54B-8F11-B150F71F1B9E}" vid="{23B7DCD5-D1A3-8048-9919-5780E8A19DB0}"/>
    </a:ext>
  </a:extLst>
</a:theme>
</file>

<file path=ppt/theme/theme4.xml><?xml version="1.0" encoding="utf-8"?>
<a:theme xmlns:a="http://schemas.openxmlformats.org/drawingml/2006/main" name="Service areas - Pre-filled">
  <a:themeElements>
    <a:clrScheme name="Miles">
      <a:dk1>
        <a:srgbClr val="000000"/>
      </a:dk1>
      <a:lt1>
        <a:srgbClr val="FFFFFF"/>
      </a:lt1>
      <a:dk2>
        <a:srgbClr val="450D20"/>
      </a:dk2>
      <a:lt2>
        <a:srgbClr val="FBF0E5"/>
      </a:lt2>
      <a:accent1>
        <a:srgbClr val="B72318"/>
      </a:accent1>
      <a:accent2>
        <a:srgbClr val="FBF0E5"/>
      </a:accent2>
      <a:accent3>
        <a:srgbClr val="004047"/>
      </a:accent3>
      <a:accent4>
        <a:srgbClr val="78E8DB"/>
      </a:accent4>
      <a:accent5>
        <a:srgbClr val="450D20"/>
      </a:accent5>
      <a:accent6>
        <a:srgbClr val="FF303B"/>
      </a:accent6>
      <a:hlink>
        <a:srgbClr val="B72318"/>
      </a:hlink>
      <a:folHlink>
        <a:srgbClr val="78E8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es template sept-25" id="{FE92F1B9-BB33-C54B-8F11-B150F71F1B9E}" vid="{E3078CE3-A4A3-BC45-B6C7-13C9BA02D2E2}"/>
    </a:ext>
  </a:extLst>
</a:theme>
</file>

<file path=ppt/theme/theme5.xml><?xml version="1.0" encoding="utf-8"?>
<a:theme xmlns:a="http://schemas.openxmlformats.org/drawingml/2006/main" name="1_Conclusion">
  <a:themeElements>
    <a:clrScheme name="Miles">
      <a:dk1>
        <a:srgbClr val="000000"/>
      </a:dk1>
      <a:lt1>
        <a:srgbClr val="FFFFFF"/>
      </a:lt1>
      <a:dk2>
        <a:srgbClr val="450D20"/>
      </a:dk2>
      <a:lt2>
        <a:srgbClr val="FBF0E5"/>
      </a:lt2>
      <a:accent1>
        <a:srgbClr val="B72318"/>
      </a:accent1>
      <a:accent2>
        <a:srgbClr val="FBF0E5"/>
      </a:accent2>
      <a:accent3>
        <a:srgbClr val="004047"/>
      </a:accent3>
      <a:accent4>
        <a:srgbClr val="78E8DB"/>
      </a:accent4>
      <a:accent5>
        <a:srgbClr val="450D20"/>
      </a:accent5>
      <a:accent6>
        <a:srgbClr val="FF303B"/>
      </a:accent6>
      <a:hlink>
        <a:srgbClr val="B72318"/>
      </a:hlink>
      <a:folHlink>
        <a:srgbClr val="78E8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es template sept-25" id="{FE92F1B9-BB33-C54B-8F11-B150F71F1B9E}" vid="{90925BCD-B0BC-F74D-B7C1-B7C40405D9D4}"/>
    </a:ext>
  </a:extLst>
</a:theme>
</file>

<file path=ppt/theme/theme6.xml><?xml version="1.0" encoding="utf-8"?>
<a:theme xmlns:a="http://schemas.openxmlformats.org/drawingml/2006/main" name="Conclusion">
  <a:themeElements>
    <a:clrScheme name="Miles">
      <a:dk1>
        <a:srgbClr val="000000"/>
      </a:dk1>
      <a:lt1>
        <a:srgbClr val="FFFFFF"/>
      </a:lt1>
      <a:dk2>
        <a:srgbClr val="450D20"/>
      </a:dk2>
      <a:lt2>
        <a:srgbClr val="FBF0E5"/>
      </a:lt2>
      <a:accent1>
        <a:srgbClr val="B72318"/>
      </a:accent1>
      <a:accent2>
        <a:srgbClr val="FBF0E5"/>
      </a:accent2>
      <a:accent3>
        <a:srgbClr val="004047"/>
      </a:accent3>
      <a:accent4>
        <a:srgbClr val="78E8DB"/>
      </a:accent4>
      <a:accent5>
        <a:srgbClr val="450D20"/>
      </a:accent5>
      <a:accent6>
        <a:srgbClr val="FF303B"/>
      </a:accent6>
      <a:hlink>
        <a:srgbClr val="B72318"/>
      </a:hlink>
      <a:folHlink>
        <a:srgbClr val="78E8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es template sept-25" id="{FE92F1B9-BB33-C54B-8F11-B150F71F1B9E}" vid="{C9953D4D-3B1C-E34F-8E8E-D007B3C7640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72B17835AB504FAB6ECC1629EE3502" ma:contentTypeVersion="14" ma:contentTypeDescription="Opprett et nytt dokument." ma:contentTypeScope="" ma:versionID="0b712954951beaa047d4907d963175a7">
  <xsd:schema xmlns:xsd="http://www.w3.org/2001/XMLSchema" xmlns:xs="http://www.w3.org/2001/XMLSchema" xmlns:p="http://schemas.microsoft.com/office/2006/metadata/properties" xmlns:ns2="62b62095-1441-4b29-8bf6-228698ee23ca" xmlns:ns3="b4b64077-47af-4994-8d09-c3784310dc94" targetNamespace="http://schemas.microsoft.com/office/2006/metadata/properties" ma:root="true" ma:fieldsID="06462b909be4a3914e8261b7cdbce2a3" ns2:_="" ns3:_="">
    <xsd:import namespace="62b62095-1441-4b29-8bf6-228698ee23ca"/>
    <xsd:import namespace="b4b64077-47af-4994-8d09-c3784310dc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Download" minOccurs="0"/>
                <xsd:element ref="ns2:o603622a33264e468091bb81e7e881d4" minOccurs="0"/>
                <xsd:element ref="ns2:TaxCatchAll" minOccurs="0"/>
                <xsd:element ref="ns2:mcc3bd38ad384f7c87d3277ef01512df" minOccurs="0"/>
                <xsd:element ref="ns3:Thumbnai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62095-1441-4b29-8bf6-228698ee23ca" elementFormDefault="qualified">
    <xsd:import namespace="http://schemas.microsoft.com/office/2006/documentManagement/types"/>
    <xsd:import namespace="http://schemas.microsoft.com/office/infopath/2007/PartnerControls"/>
    <xsd:element name="o603622a33264e468091bb81e7e881d4" ma:index="13" nillable="true" ma:taxonomy="true" ma:internalName="o603622a33264e468091bb81e7e881d4" ma:taxonomyFieldName="milesDocStatus" ma:displayName="Dokument status" ma:readOnly="false" ma:default="24;#Godkjent|61fd0f17-c245-4985-9377-24dfbe62347e" ma:fieldId="{8603622a-3326-4e46-8091-bb81e7e881d4}" ma:sspId="15ca70b8-1800-4bc7-9ffc-15134af74aed" ma:termSetId="5c8c4927-adf0-4ec3-bdda-84b0a52c64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4" nillable="true" ma:displayName="Taxonomy Catch All Column" ma:hidden="true" ma:list="{ea3ff89b-614e-482f-a757-3201bc26b1b2}" ma:internalName="TaxCatchAll" ma:readOnly="false" ma:showField="CatchAllData" ma:web="62b62095-1441-4b29-8bf6-228698ee23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cc3bd38ad384f7c87d3277ef01512df" ma:index="16" nillable="true" ma:taxonomy="true" ma:internalName="mcc3bd38ad384f7c87d3277ef01512df" ma:taxonomyFieldName="milesDocType" ma:displayName="Dokumenttype" ma:readOnly="false" ma:default="23;#Mal|462c82d8-00a1-4d92-9d54-140c7c5dd7f7" ma:fieldId="{6cc3bd38-ad38-4f7c-87d3-277ef01512df}" ma:sspId="15ca70b8-1800-4bc7-9ffc-15134af74aed" ma:termSetId="f563d958-9d99-4740-b8ff-0edf03a0762d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b64077-47af-4994-8d09-c3784310d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ownload" ma:index="11" nillable="true" ma:displayName="Download" ma:format="Dropdown" ma:hidden="true" ma:internalName="Download">
      <xsd:simpleType>
        <xsd:restriction base="dms:Text">
          <xsd:maxLength value="255"/>
        </xsd:restriction>
      </xsd:simpleType>
    </xsd:element>
    <xsd:element name="Thumbnail" ma:index="17" nillable="true" ma:displayName="Thumbnail" ma:format="Thumbnail" ma:internalName="Thumbnail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nholdstype"/>
        <xsd:element ref="dc:title" minOccurs="0" maxOccurs="1" ma:index="1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cc3bd38ad384f7c87d3277ef01512df xmlns="62b62095-1441-4b29-8bf6-228698ee23ca">
      <Terms xmlns="http://schemas.microsoft.com/office/infopath/2007/PartnerControls">
        <TermInfo xmlns="http://schemas.microsoft.com/office/infopath/2007/PartnerControls">
          <TermName xmlns="http://schemas.microsoft.com/office/infopath/2007/PartnerControls">Mal</TermName>
          <TermId xmlns="http://schemas.microsoft.com/office/infopath/2007/PartnerControls">462c82d8-00a1-4d92-9d54-140c7c5dd7f7</TermId>
        </TermInfo>
      </Terms>
    </mcc3bd38ad384f7c87d3277ef01512df>
    <Download xmlns="b4b64077-47af-4994-8d09-c3784310dc94" xsi:nil="true"/>
    <o603622a33264e468091bb81e7e881d4 xmlns="62b62095-1441-4b29-8bf6-228698ee23ca">
      <Terms xmlns="http://schemas.microsoft.com/office/infopath/2007/PartnerControls">
        <TermInfo xmlns="http://schemas.microsoft.com/office/infopath/2007/PartnerControls">
          <TermName xmlns="http://schemas.microsoft.com/office/infopath/2007/PartnerControls">Godkjent</TermName>
          <TermId xmlns="http://schemas.microsoft.com/office/infopath/2007/PartnerControls">61fd0f17-c245-4985-9377-24dfbe62347e</TermId>
        </TermInfo>
      </Terms>
    </o603622a33264e468091bb81e7e881d4>
    <Thumbnail xmlns="b4b64077-47af-4994-8d09-c3784310dc94" xsi:nil="true"/>
    <TaxCatchAll xmlns="62b62095-1441-4b29-8bf6-228698ee23ca">
      <Value>23</Value>
      <Value>24</Value>
    </TaxCatchAll>
  </documentManagement>
</p:properties>
</file>

<file path=customXml/itemProps1.xml><?xml version="1.0" encoding="utf-8"?>
<ds:datastoreItem xmlns:ds="http://schemas.openxmlformats.org/officeDocument/2006/customXml" ds:itemID="{E7ADDDF4-0C0F-4F92-8D30-45747B6FF9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b62095-1441-4b29-8bf6-228698ee23ca"/>
    <ds:schemaRef ds:uri="b4b64077-47af-4994-8d09-c3784310dc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CF7331-8C40-49CD-9E58-EC68FD6915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8423D5-F0B1-4710-8057-006940D6DBF8}">
  <ds:schemaRefs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7553a21a-11a6-41e9-b6f7-cb82b5acb701"/>
    <ds:schemaRef ds:uri="http://schemas.microsoft.com/office/2006/metadata/properties"/>
    <ds:schemaRef ds:uri="http://purl.org/dc/dcmitype/"/>
    <ds:schemaRef ds:uri="62b62095-1441-4b29-8bf6-228698ee23ca"/>
    <ds:schemaRef ds:uri="b4b64077-47af-4994-8d09-c3784310dc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6</vt:i4>
      </vt:variant>
      <vt:variant>
        <vt:lpstr>Lysbildetitler</vt:lpstr>
      </vt:variant>
      <vt:variant>
        <vt:i4>4</vt:i4>
      </vt:variant>
    </vt:vector>
  </HeadingPairs>
  <TitlesOfParts>
    <vt:vector size="10" baseType="lpstr">
      <vt:lpstr>Miles Title pages</vt:lpstr>
      <vt:lpstr>Section headers</vt:lpstr>
      <vt:lpstr>Content pages</vt:lpstr>
      <vt:lpstr>Service areas - Pre-filled</vt:lpstr>
      <vt:lpstr>1_Conclusion</vt:lpstr>
      <vt:lpstr>Conclusion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Steinsund</dc:creator>
  <cp:lastModifiedBy>Anna Steinsund</cp:lastModifiedBy>
  <cp:revision>26</cp:revision>
  <dcterms:created xsi:type="dcterms:W3CDTF">2025-09-12T08:15:53Z</dcterms:created>
  <dcterms:modified xsi:type="dcterms:W3CDTF">2026-02-05T18:41:35Z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0x010100B872B17835AB504FAB6ECC1629EE3502</vt:lpwstr>
  </property>
  <property fmtid="{D5CDD505-2E9C-101B-9397-08002B2CF9AE}" pid="3" name="milesDocStatus">
    <vt:lpwstr>24;#Godkjent|61fd0f17-c245-4985-9377-24dfbe62347e</vt:lpwstr>
  </property>
  <property fmtid="{D5CDD505-2E9C-101B-9397-08002B2CF9AE}" pid="4" name="milesDocType">
    <vt:lpwstr>23;#Mal|462c82d8-00a1-4d92-9d54-140c7c5dd7f7</vt:lpwstr>
  </property>
</Properties>
</file>